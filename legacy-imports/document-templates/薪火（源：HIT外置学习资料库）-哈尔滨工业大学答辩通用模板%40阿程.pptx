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72" r:id="rId4"/>
    <p:sldId id="273" r:id="rId5"/>
    <p:sldId id="259" r:id="rId6"/>
    <p:sldId id="261" r:id="rId7"/>
    <p:sldId id="264" r:id="rId8"/>
    <p:sldId id="265" r:id="rId9"/>
    <p:sldId id="284" r:id="rId10"/>
    <p:sldId id="267" r:id="rId11"/>
    <p:sldId id="275" r:id="rId12"/>
    <p:sldId id="276" r:id="rId13"/>
    <p:sldId id="277" r:id="rId14"/>
    <p:sldId id="279" r:id="rId15"/>
    <p:sldId id="283" r:id="rId16"/>
    <p:sldId id="269" r:id="rId17"/>
    <p:sldId id="262" r:id="rId18"/>
    <p:sldId id="256" r:id="rId19"/>
    <p:sldId id="260" r:id="rId20"/>
    <p:sldId id="263" r:id="rId21"/>
    <p:sldId id="266" r:id="rId22"/>
    <p:sldId id="257" r:id="rId23"/>
    <p:sldId id="278" r:id="rId24"/>
    <p:sldId id="281" r:id="rId25"/>
    <p:sldId id="270" r:id="rId26"/>
    <p:sldId id="285" r:id="rId27"/>
    <p:sldId id="287" r:id="rId28"/>
    <p:sldId id="280" r:id="rId29"/>
    <p:sldId id="271" r:id="rId30"/>
    <p:sldId id="282" r:id="rId31"/>
    <p:sldId id="274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2C128DE8-EF40-4C08-9C8A-1B641B8CB35B}">
          <p14:sldIdLst>
            <p14:sldId id="272"/>
            <p14:sldId id="273"/>
            <p14:sldId id="259"/>
            <p14:sldId id="261"/>
            <p14:sldId id="264"/>
            <p14:sldId id="265"/>
            <p14:sldId id="284"/>
            <p14:sldId id="267"/>
            <p14:sldId id="275"/>
            <p14:sldId id="276"/>
            <p14:sldId id="277"/>
            <p14:sldId id="279"/>
            <p14:sldId id="283"/>
            <p14:sldId id="269"/>
            <p14:sldId id="262"/>
            <p14:sldId id="256"/>
          </p14:sldIdLst>
        </p14:section>
        <p14:section name="目录" id="{DF7E535B-6CDE-4434-9B99-266D32724B5B}">
          <p14:sldIdLst>
            <p14:sldId id="260"/>
            <p14:sldId id="263"/>
            <p14:sldId id="266"/>
            <p14:sldId id="257"/>
          </p14:sldIdLst>
        </p14:section>
        <p14:section name="导航页" id="{1D4FFA5A-AB8D-408D-8630-BC63BAE2AEEF}">
          <p14:sldIdLst>
            <p14:sldId id="278"/>
            <p14:sldId id="281"/>
            <p14:sldId id="270"/>
            <p14:sldId id="285"/>
            <p14:sldId id="287"/>
            <p14:sldId id="280"/>
          </p14:sldIdLst>
        </p14:section>
        <p14:section name="致谢" id="{2C77A440-B041-4F5F-90DC-B1684EAF358A}">
          <p14:sldIdLst>
            <p14:sldId id="271"/>
            <p14:sldId id="282"/>
            <p14:sldId id="274"/>
          </p14:sldIdLst>
        </p14:section>
        <p14:section name="鸣谢" id="{11DC1822-4E82-4A64-A3FE-B741492873BC}">
          <p14:sldIdLst/>
        </p14:section>
        <p14:section name="作者信息" id="{40E57283-8588-4873-884C-FF5C3C021D1B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53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098" y="4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1782-CA64-4191-9E09-7ABC85FF6D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A567-F4E4-4914-8A80-80ACF689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1782-CA64-4191-9E09-7ABC85FF6D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A567-F4E4-4914-8A80-80ACF689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1782-CA64-4191-9E09-7ABC85FF6D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A567-F4E4-4914-8A80-80ACF689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1782-CA64-4191-9E09-7ABC85FF6D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A567-F4E4-4914-8A80-80ACF689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1782-CA64-4191-9E09-7ABC85FF6D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A567-F4E4-4914-8A80-80ACF689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1782-CA64-4191-9E09-7ABC85FF6D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A567-F4E4-4914-8A80-80ACF689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1782-CA64-4191-9E09-7ABC85FF6D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A567-F4E4-4914-8A80-80ACF689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1782-CA64-4191-9E09-7ABC85FF6D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A567-F4E4-4914-8A80-80ACF689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1782-CA64-4191-9E09-7ABC85FF6D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A567-F4E4-4914-8A80-80ACF689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1782-CA64-4191-9E09-7ABC85FF6D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A567-F4E4-4914-8A80-80ACF689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91782-CA64-4191-9E09-7ABC85FF6D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7A567-F4E4-4914-8A80-80ACF68917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91782-CA64-4191-9E09-7ABC85FF6D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7A567-F4E4-4914-8A80-80ACF689177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8565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3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0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主标题英文"/>
          <p:cNvSpPr txBox="1"/>
          <p:nvPr/>
        </p:nvSpPr>
        <p:spPr>
          <a:xfrm>
            <a:off x="1352550" y="3585556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PowerPoint template of HIT</a:t>
            </a:r>
            <a:endParaRPr lang="zh-CN" altLang="en-US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主标题"/>
          <p:cNvSpPr txBox="1"/>
          <p:nvPr/>
        </p:nvSpPr>
        <p:spPr>
          <a:xfrm>
            <a:off x="1352550" y="2805876"/>
            <a:ext cx="445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</a:t>
            </a:r>
            <a:endParaRPr lang="zh-CN" altLang="en-US" sz="48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主标题"/>
          <p:cNvSpPr txBox="1"/>
          <p:nvPr/>
        </p:nvSpPr>
        <p:spPr>
          <a:xfrm>
            <a:off x="1352550" y="2167482"/>
            <a:ext cx="1619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48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2017</a:t>
            </a:r>
            <a:endParaRPr lang="zh-CN" altLang="en-US" sz="48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" name="点缀线段"/>
          <p:cNvCxnSpPr/>
          <p:nvPr/>
        </p:nvCxnSpPr>
        <p:spPr>
          <a:xfrm>
            <a:off x="1504950" y="4095750"/>
            <a:ext cx="17907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主标题"/>
          <p:cNvSpPr txBox="1"/>
          <p:nvPr/>
        </p:nvSpPr>
        <p:spPr>
          <a:xfrm>
            <a:off x="1352550" y="4424849"/>
            <a:ext cx="2228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24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汇报人：阿程</a:t>
            </a:r>
            <a:endParaRPr lang="zh-CN" altLang="en-US" sz="24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50"/>
          <a:stretch>
            <a:fillRect/>
          </a:stretch>
        </p:blipFill>
        <p:spPr>
          <a:xfrm>
            <a:off x="0" y="0"/>
            <a:ext cx="12192000" cy="6868007"/>
          </a:xfrm>
          <a:prstGeom prst="rect">
            <a:avLst/>
          </a:prstGeom>
        </p:spPr>
      </p:pic>
      <p:sp>
        <p:nvSpPr>
          <p:cNvPr id="4" name="主标题英文"/>
          <p:cNvSpPr txBox="1"/>
          <p:nvPr/>
        </p:nvSpPr>
        <p:spPr>
          <a:xfrm>
            <a:off x="1352550" y="3280756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PowerPoint template of HIT</a:t>
            </a:r>
            <a:endParaRPr lang="zh-CN" altLang="en-US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主标题"/>
          <p:cNvSpPr txBox="1"/>
          <p:nvPr/>
        </p:nvSpPr>
        <p:spPr>
          <a:xfrm>
            <a:off x="1352550" y="2501076"/>
            <a:ext cx="445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</a:t>
            </a:r>
            <a:endParaRPr lang="zh-CN" altLang="en-US" sz="48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主标题"/>
          <p:cNvSpPr txBox="1"/>
          <p:nvPr/>
        </p:nvSpPr>
        <p:spPr>
          <a:xfrm>
            <a:off x="1352550" y="1862682"/>
            <a:ext cx="1619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48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2017</a:t>
            </a:r>
            <a:endParaRPr lang="zh-CN" altLang="en-US" sz="48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" name="点缀线段"/>
          <p:cNvCxnSpPr/>
          <p:nvPr/>
        </p:nvCxnSpPr>
        <p:spPr>
          <a:xfrm>
            <a:off x="1504950" y="3790950"/>
            <a:ext cx="17907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主标题"/>
          <p:cNvSpPr txBox="1"/>
          <p:nvPr/>
        </p:nvSpPr>
        <p:spPr>
          <a:xfrm>
            <a:off x="1352550" y="4120049"/>
            <a:ext cx="2228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24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汇报人：阿程</a:t>
            </a:r>
            <a:endParaRPr lang="zh-CN" altLang="en-US" sz="24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08" b="20833"/>
          <a:stretch>
            <a:fillRect/>
          </a:stretch>
        </p:blipFill>
        <p:spPr>
          <a:xfrm>
            <a:off x="0" y="0"/>
            <a:ext cx="12192000" cy="4170590"/>
          </a:xfrm>
          <a:prstGeom prst="rect">
            <a:avLst/>
          </a:prstGeom>
        </p:spPr>
      </p:pic>
      <p:sp>
        <p:nvSpPr>
          <p:cNvPr id="4" name="白色块"/>
          <p:cNvSpPr/>
          <p:nvPr/>
        </p:nvSpPr>
        <p:spPr>
          <a:xfrm>
            <a:off x="695326" y="4126393"/>
            <a:ext cx="10801349" cy="1939444"/>
          </a:xfrm>
          <a:custGeom>
            <a:avLst/>
            <a:gdLst>
              <a:gd name="connsiteX0" fmla="*/ 0 w 10801349"/>
              <a:gd name="connsiteY0" fmla="*/ 0 h 2182331"/>
              <a:gd name="connsiteX1" fmla="*/ 10801349 w 10801349"/>
              <a:gd name="connsiteY1" fmla="*/ 0 h 2182331"/>
              <a:gd name="connsiteX2" fmla="*/ 10801349 w 10801349"/>
              <a:gd name="connsiteY2" fmla="*/ 2182331 h 2182331"/>
              <a:gd name="connsiteX3" fmla="*/ 0 w 10801349"/>
              <a:gd name="connsiteY3" fmla="*/ 2182331 h 2182331"/>
              <a:gd name="connsiteX4" fmla="*/ 0 w 10801349"/>
              <a:gd name="connsiteY4" fmla="*/ 0 h 2182331"/>
              <a:gd name="connsiteX0-1" fmla="*/ 0 w 10801349"/>
              <a:gd name="connsiteY0-2" fmla="*/ 0 h 2182331"/>
              <a:gd name="connsiteX1-3" fmla="*/ 10801349 w 10801349"/>
              <a:gd name="connsiteY1-4" fmla="*/ 0 h 2182331"/>
              <a:gd name="connsiteX2-5" fmla="*/ 10801349 w 10801349"/>
              <a:gd name="connsiteY2-6" fmla="*/ 2182331 h 2182331"/>
              <a:gd name="connsiteX3-7" fmla="*/ 242888 w 10801349"/>
              <a:gd name="connsiteY3-8" fmla="*/ 1939443 h 2182331"/>
              <a:gd name="connsiteX4-9" fmla="*/ 0 w 10801349"/>
              <a:gd name="connsiteY4-10" fmla="*/ 0 h 2182331"/>
              <a:gd name="connsiteX0-11" fmla="*/ 0 w 10801349"/>
              <a:gd name="connsiteY0-12" fmla="*/ 0 h 1939444"/>
              <a:gd name="connsiteX1-13" fmla="*/ 10801349 w 10801349"/>
              <a:gd name="connsiteY1-14" fmla="*/ 0 h 1939444"/>
              <a:gd name="connsiteX2-15" fmla="*/ 10515599 w 10801349"/>
              <a:gd name="connsiteY2-16" fmla="*/ 1939444 h 1939444"/>
              <a:gd name="connsiteX3-17" fmla="*/ 242888 w 10801349"/>
              <a:gd name="connsiteY3-18" fmla="*/ 1939443 h 1939444"/>
              <a:gd name="connsiteX4-19" fmla="*/ 0 w 10801349"/>
              <a:gd name="connsiteY4-20" fmla="*/ 0 h 19394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801349" h="1939444">
                <a:moveTo>
                  <a:pt x="0" y="0"/>
                </a:moveTo>
                <a:lnTo>
                  <a:pt x="10801349" y="0"/>
                </a:lnTo>
                <a:lnTo>
                  <a:pt x="10515599" y="1939444"/>
                </a:lnTo>
                <a:lnTo>
                  <a:pt x="242888" y="19394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889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主标题英文"/>
          <p:cNvSpPr txBox="1"/>
          <p:nvPr/>
        </p:nvSpPr>
        <p:spPr>
          <a:xfrm>
            <a:off x="1955790" y="5112928"/>
            <a:ext cx="828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PowerPoint template of HIT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主标题"/>
          <p:cNvSpPr txBox="1"/>
          <p:nvPr/>
        </p:nvSpPr>
        <p:spPr>
          <a:xfrm>
            <a:off x="1955791" y="4295702"/>
            <a:ext cx="8280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哈尔滨工业大学答辩通用模板</a:t>
            </a:r>
            <a:endParaRPr lang="zh-CN" altLang="en-US" sz="4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75" b="11132"/>
          <a:stretch>
            <a:fillRect/>
          </a:stretch>
        </p:blipFill>
        <p:spPr>
          <a:xfrm>
            <a:off x="0" y="-1"/>
            <a:ext cx="12192002" cy="4429125"/>
          </a:xfrm>
          <a:prstGeom prst="rect">
            <a:avLst/>
          </a:prstGeom>
        </p:spPr>
      </p:pic>
      <p:sp>
        <p:nvSpPr>
          <p:cNvPr id="6" name="白色块"/>
          <p:cNvSpPr/>
          <p:nvPr/>
        </p:nvSpPr>
        <p:spPr>
          <a:xfrm>
            <a:off x="695326" y="4126393"/>
            <a:ext cx="10801349" cy="1939444"/>
          </a:xfrm>
          <a:custGeom>
            <a:avLst/>
            <a:gdLst>
              <a:gd name="connsiteX0" fmla="*/ 0 w 10801349"/>
              <a:gd name="connsiteY0" fmla="*/ 0 h 2182331"/>
              <a:gd name="connsiteX1" fmla="*/ 10801349 w 10801349"/>
              <a:gd name="connsiteY1" fmla="*/ 0 h 2182331"/>
              <a:gd name="connsiteX2" fmla="*/ 10801349 w 10801349"/>
              <a:gd name="connsiteY2" fmla="*/ 2182331 h 2182331"/>
              <a:gd name="connsiteX3" fmla="*/ 0 w 10801349"/>
              <a:gd name="connsiteY3" fmla="*/ 2182331 h 2182331"/>
              <a:gd name="connsiteX4" fmla="*/ 0 w 10801349"/>
              <a:gd name="connsiteY4" fmla="*/ 0 h 2182331"/>
              <a:gd name="connsiteX0-1" fmla="*/ 0 w 10801349"/>
              <a:gd name="connsiteY0-2" fmla="*/ 0 h 2182331"/>
              <a:gd name="connsiteX1-3" fmla="*/ 10801349 w 10801349"/>
              <a:gd name="connsiteY1-4" fmla="*/ 0 h 2182331"/>
              <a:gd name="connsiteX2-5" fmla="*/ 10801349 w 10801349"/>
              <a:gd name="connsiteY2-6" fmla="*/ 2182331 h 2182331"/>
              <a:gd name="connsiteX3-7" fmla="*/ 242888 w 10801349"/>
              <a:gd name="connsiteY3-8" fmla="*/ 1939443 h 2182331"/>
              <a:gd name="connsiteX4-9" fmla="*/ 0 w 10801349"/>
              <a:gd name="connsiteY4-10" fmla="*/ 0 h 2182331"/>
              <a:gd name="connsiteX0-11" fmla="*/ 0 w 10801349"/>
              <a:gd name="connsiteY0-12" fmla="*/ 0 h 1939444"/>
              <a:gd name="connsiteX1-13" fmla="*/ 10801349 w 10801349"/>
              <a:gd name="connsiteY1-14" fmla="*/ 0 h 1939444"/>
              <a:gd name="connsiteX2-15" fmla="*/ 10515599 w 10801349"/>
              <a:gd name="connsiteY2-16" fmla="*/ 1939444 h 1939444"/>
              <a:gd name="connsiteX3-17" fmla="*/ 242888 w 10801349"/>
              <a:gd name="connsiteY3-18" fmla="*/ 1939443 h 1939444"/>
              <a:gd name="connsiteX4-19" fmla="*/ 0 w 10801349"/>
              <a:gd name="connsiteY4-20" fmla="*/ 0 h 193944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801349" h="1939444">
                <a:moveTo>
                  <a:pt x="0" y="0"/>
                </a:moveTo>
                <a:lnTo>
                  <a:pt x="10801349" y="0"/>
                </a:lnTo>
                <a:lnTo>
                  <a:pt x="10515599" y="1939444"/>
                </a:lnTo>
                <a:lnTo>
                  <a:pt x="242888" y="193944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889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主标题"/>
          <p:cNvSpPr txBox="1"/>
          <p:nvPr/>
        </p:nvSpPr>
        <p:spPr>
          <a:xfrm>
            <a:off x="1955791" y="4295702"/>
            <a:ext cx="8280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哈尔滨工业大学答辩通用模板</a:t>
            </a:r>
            <a:endParaRPr lang="zh-CN" altLang="en-US" sz="4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主标题英文"/>
          <p:cNvSpPr txBox="1"/>
          <p:nvPr/>
        </p:nvSpPr>
        <p:spPr>
          <a:xfrm>
            <a:off x="1955790" y="5112928"/>
            <a:ext cx="828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PowerPoint template of HIT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背景色块"/>
          <p:cNvSpPr/>
          <p:nvPr/>
        </p:nvSpPr>
        <p:spPr>
          <a:xfrm>
            <a:off x="334963" y="908050"/>
            <a:ext cx="11522075" cy="5041900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  <a:effectLst>
            <a:outerShdw blurRad="889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主标题"/>
          <p:cNvSpPr txBox="1"/>
          <p:nvPr/>
        </p:nvSpPr>
        <p:spPr>
          <a:xfrm>
            <a:off x="1955791" y="3271754"/>
            <a:ext cx="8280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哈尔滨工业大学答辩通用模板</a:t>
            </a:r>
            <a:endParaRPr lang="zh-CN" altLang="en-US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441"/>
          <a:stretch>
            <a:fillRect/>
          </a:stretch>
        </p:blipFill>
        <p:spPr>
          <a:xfrm>
            <a:off x="4294189" y="1399103"/>
            <a:ext cx="3603622" cy="1517090"/>
          </a:xfrm>
          <a:prstGeom prst="rect">
            <a:avLst/>
          </a:prstGeom>
        </p:spPr>
      </p:pic>
      <p:sp>
        <p:nvSpPr>
          <p:cNvPr id="15" name="主标题英文"/>
          <p:cNvSpPr txBox="1"/>
          <p:nvPr/>
        </p:nvSpPr>
        <p:spPr>
          <a:xfrm>
            <a:off x="1955790" y="4102751"/>
            <a:ext cx="828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PowerPoint template of HIT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" r="365" b="18797"/>
          <a:stretch>
            <a:fillRect/>
          </a:stretch>
        </p:blipFill>
        <p:spPr>
          <a:xfrm>
            <a:off x="0" y="0"/>
            <a:ext cx="12192000" cy="4078284"/>
          </a:xfrm>
          <a:prstGeom prst="rect">
            <a:avLst/>
          </a:prstGeom>
        </p:spPr>
      </p:pic>
      <p:grpSp>
        <p:nvGrpSpPr>
          <p:cNvPr id="4" name="竖线组合"/>
          <p:cNvGrpSpPr/>
          <p:nvPr/>
        </p:nvGrpSpPr>
        <p:grpSpPr>
          <a:xfrm>
            <a:off x="1520825" y="0"/>
            <a:ext cx="9151938" cy="4083051"/>
            <a:chOff x="1520825" y="0"/>
            <a:chExt cx="9151938" cy="4083051"/>
          </a:xfrm>
        </p:grpSpPr>
        <p:sp>
          <p:nvSpPr>
            <p:cNvPr id="5" name="Line 29"/>
            <p:cNvSpPr>
              <a:spLocks noChangeShapeType="1"/>
            </p:cNvSpPr>
            <p:nvPr/>
          </p:nvSpPr>
          <p:spPr bwMode="auto">
            <a:xfrm>
              <a:off x="1520825" y="0"/>
              <a:ext cx="0" cy="408305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" name="Line 30"/>
            <p:cNvSpPr>
              <a:spLocks noChangeShapeType="1"/>
            </p:cNvSpPr>
            <p:nvPr/>
          </p:nvSpPr>
          <p:spPr bwMode="auto">
            <a:xfrm>
              <a:off x="3044825" y="0"/>
              <a:ext cx="0" cy="408305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" name="Line 31"/>
            <p:cNvSpPr>
              <a:spLocks noChangeShapeType="1"/>
            </p:cNvSpPr>
            <p:nvPr/>
          </p:nvSpPr>
          <p:spPr bwMode="auto">
            <a:xfrm>
              <a:off x="4568825" y="0"/>
              <a:ext cx="0" cy="408305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" name="Line 32"/>
            <p:cNvSpPr>
              <a:spLocks noChangeShapeType="1"/>
            </p:cNvSpPr>
            <p:nvPr/>
          </p:nvSpPr>
          <p:spPr bwMode="auto">
            <a:xfrm>
              <a:off x="6092825" y="0"/>
              <a:ext cx="0" cy="408305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Line 33"/>
            <p:cNvSpPr>
              <a:spLocks noChangeShapeType="1"/>
            </p:cNvSpPr>
            <p:nvPr/>
          </p:nvSpPr>
          <p:spPr bwMode="auto">
            <a:xfrm>
              <a:off x="7616825" y="1588"/>
              <a:ext cx="0" cy="408146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Line 34"/>
            <p:cNvSpPr>
              <a:spLocks noChangeShapeType="1"/>
            </p:cNvSpPr>
            <p:nvPr/>
          </p:nvSpPr>
          <p:spPr bwMode="auto">
            <a:xfrm>
              <a:off x="9140825" y="1588"/>
              <a:ext cx="0" cy="408146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Line 35"/>
            <p:cNvSpPr>
              <a:spLocks noChangeShapeType="1"/>
            </p:cNvSpPr>
            <p:nvPr/>
          </p:nvSpPr>
          <p:spPr bwMode="auto">
            <a:xfrm>
              <a:off x="10672763" y="1588"/>
              <a:ext cx="0" cy="408146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横线组合"/>
          <p:cNvGrpSpPr/>
          <p:nvPr/>
        </p:nvGrpSpPr>
        <p:grpSpPr>
          <a:xfrm>
            <a:off x="-7938" y="1363663"/>
            <a:ext cx="12203113" cy="1357312"/>
            <a:chOff x="-7938" y="1363663"/>
            <a:chExt cx="12203113" cy="1357312"/>
          </a:xfrm>
        </p:grpSpPr>
        <p:sp>
          <p:nvSpPr>
            <p:cNvPr id="13" name="Line 36"/>
            <p:cNvSpPr>
              <a:spLocks noChangeShapeType="1"/>
            </p:cNvSpPr>
            <p:nvPr/>
          </p:nvSpPr>
          <p:spPr bwMode="auto">
            <a:xfrm>
              <a:off x="-7938" y="1363663"/>
              <a:ext cx="12203113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4" name="Line 37"/>
            <p:cNvSpPr>
              <a:spLocks noChangeShapeType="1"/>
            </p:cNvSpPr>
            <p:nvPr/>
          </p:nvSpPr>
          <p:spPr bwMode="auto">
            <a:xfrm>
              <a:off x="-7938" y="2720975"/>
              <a:ext cx="12203113" cy="0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6" name="Rectangle 49"/>
          <p:cNvSpPr>
            <a:spLocks noChangeArrowheads="1"/>
          </p:cNvSpPr>
          <p:nvPr/>
        </p:nvSpPr>
        <p:spPr bwMode="auto">
          <a:xfrm>
            <a:off x="1528764" y="1370014"/>
            <a:ext cx="1508124" cy="1357313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遮罩色块17%"/>
          <p:cNvSpPr>
            <a:spLocks noChangeArrowheads="1"/>
          </p:cNvSpPr>
          <p:nvPr/>
        </p:nvSpPr>
        <p:spPr bwMode="auto">
          <a:xfrm>
            <a:off x="9148763" y="-1"/>
            <a:ext cx="1524000" cy="1370015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遮罩色块27%"/>
          <p:cNvSpPr>
            <a:spLocks noChangeArrowheads="1"/>
          </p:cNvSpPr>
          <p:nvPr/>
        </p:nvSpPr>
        <p:spPr bwMode="auto">
          <a:xfrm>
            <a:off x="10672762" y="2720975"/>
            <a:ext cx="1519237" cy="135731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遮罩色块37%"/>
          <p:cNvSpPr>
            <a:spLocks noChangeArrowheads="1"/>
          </p:cNvSpPr>
          <p:nvPr/>
        </p:nvSpPr>
        <p:spPr bwMode="auto">
          <a:xfrm>
            <a:off x="7616825" y="1363663"/>
            <a:ext cx="1524000" cy="1370015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1796939" y="4742389"/>
            <a:ext cx="8598122" cy="886886"/>
          </a:xfrm>
          <a:prstGeom prst="roundRect">
            <a:avLst>
              <a:gd name="adj" fmla="val 15056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主标题"/>
          <p:cNvSpPr txBox="1"/>
          <p:nvPr/>
        </p:nvSpPr>
        <p:spPr>
          <a:xfrm>
            <a:off x="2116138" y="4831889"/>
            <a:ext cx="79533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哈尔滨工业大学答辩通用模板</a:t>
            </a:r>
            <a:endParaRPr lang="zh-CN" altLang="en-US" sz="4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等腰三角形 23"/>
          <p:cNvSpPr/>
          <p:nvPr/>
        </p:nvSpPr>
        <p:spPr>
          <a:xfrm>
            <a:off x="5982335" y="4556655"/>
            <a:ext cx="220980" cy="19050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48"/>
          <a:stretch>
            <a:fillRect/>
          </a:stretch>
        </p:blipFill>
        <p:spPr>
          <a:xfrm>
            <a:off x="908924" y="1480078"/>
            <a:ext cx="2709703" cy="11513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5" t="62" r="91" b="16297"/>
          <a:stretch>
            <a:fillRect/>
          </a:stretch>
        </p:blipFill>
        <p:spPr>
          <a:xfrm>
            <a:off x="-1" y="1"/>
            <a:ext cx="12227983" cy="6857997"/>
          </a:xfrm>
          <a:prstGeom prst="rect">
            <a:avLst/>
          </a:prstGeom>
        </p:spPr>
      </p:pic>
      <p:sp>
        <p:nvSpPr>
          <p:cNvPr id="7" name="Line 29"/>
          <p:cNvSpPr>
            <a:spLocks noChangeShapeType="1"/>
          </p:cNvSpPr>
          <p:nvPr/>
        </p:nvSpPr>
        <p:spPr bwMode="auto">
          <a:xfrm>
            <a:off x="2079624" y="0"/>
            <a:ext cx="0" cy="685799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Line 30"/>
          <p:cNvSpPr>
            <a:spLocks noChangeShapeType="1"/>
          </p:cNvSpPr>
          <p:nvPr/>
        </p:nvSpPr>
        <p:spPr bwMode="auto">
          <a:xfrm>
            <a:off x="4673600" y="0"/>
            <a:ext cx="0" cy="685799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Line 31"/>
          <p:cNvSpPr>
            <a:spLocks noChangeShapeType="1"/>
          </p:cNvSpPr>
          <p:nvPr/>
        </p:nvSpPr>
        <p:spPr bwMode="auto">
          <a:xfrm>
            <a:off x="7407275" y="0"/>
            <a:ext cx="0" cy="685799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Line 32"/>
          <p:cNvSpPr>
            <a:spLocks noChangeShapeType="1"/>
          </p:cNvSpPr>
          <p:nvPr/>
        </p:nvSpPr>
        <p:spPr bwMode="auto">
          <a:xfrm>
            <a:off x="9940925" y="0"/>
            <a:ext cx="0" cy="6857998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Line 36"/>
          <p:cNvSpPr>
            <a:spLocks noChangeShapeType="1"/>
          </p:cNvSpPr>
          <p:nvPr/>
        </p:nvSpPr>
        <p:spPr bwMode="auto">
          <a:xfrm>
            <a:off x="-7938" y="1642744"/>
            <a:ext cx="1220311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Line 37"/>
          <p:cNvSpPr>
            <a:spLocks noChangeShapeType="1"/>
          </p:cNvSpPr>
          <p:nvPr/>
        </p:nvSpPr>
        <p:spPr bwMode="auto">
          <a:xfrm>
            <a:off x="-7938" y="5215256"/>
            <a:ext cx="1220311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Line 36"/>
          <p:cNvSpPr>
            <a:spLocks noChangeShapeType="1"/>
          </p:cNvSpPr>
          <p:nvPr/>
        </p:nvSpPr>
        <p:spPr bwMode="auto">
          <a:xfrm>
            <a:off x="-7938" y="3429000"/>
            <a:ext cx="1220311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673600" y="1642743"/>
            <a:ext cx="7529512" cy="3572491"/>
          </a:xfrm>
          <a:prstGeom prst="rect">
            <a:avLst/>
          </a:prstGeom>
          <a:solidFill>
            <a:schemeClr val="accent1">
              <a:alpha val="9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主标题英文"/>
          <p:cNvSpPr txBox="1"/>
          <p:nvPr/>
        </p:nvSpPr>
        <p:spPr>
          <a:xfrm>
            <a:off x="5600700" y="3447888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PowerPoint template of HIT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主标题"/>
          <p:cNvSpPr txBox="1"/>
          <p:nvPr/>
        </p:nvSpPr>
        <p:spPr>
          <a:xfrm>
            <a:off x="5600700" y="2668208"/>
            <a:ext cx="445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</a:t>
            </a:r>
            <a:endParaRPr lang="zh-CN" altLang="en-US" sz="4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主标题"/>
          <p:cNvSpPr txBox="1"/>
          <p:nvPr/>
        </p:nvSpPr>
        <p:spPr>
          <a:xfrm>
            <a:off x="5600700" y="2029814"/>
            <a:ext cx="1619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4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2017</a:t>
            </a:r>
            <a:endParaRPr lang="zh-CN" altLang="en-US" sz="4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23" name="点缀线段"/>
          <p:cNvCxnSpPr/>
          <p:nvPr/>
        </p:nvCxnSpPr>
        <p:spPr>
          <a:xfrm>
            <a:off x="5753100" y="3958082"/>
            <a:ext cx="17907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主标题"/>
          <p:cNvSpPr txBox="1"/>
          <p:nvPr/>
        </p:nvSpPr>
        <p:spPr>
          <a:xfrm>
            <a:off x="5600700" y="4287181"/>
            <a:ext cx="2228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汇报人：阿程</a:t>
            </a:r>
            <a:endParaRPr lang="zh-CN" altLang="en-US" sz="2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299712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0" y="3105150"/>
            <a:ext cx="12192000" cy="3752851"/>
            <a:chOff x="0" y="2855298"/>
            <a:chExt cx="12192000" cy="4002703"/>
          </a:xfrm>
        </p:grpSpPr>
        <p:sp>
          <p:nvSpPr>
            <p:cNvPr id="4" name="任意多边形 8"/>
            <p:cNvSpPr/>
            <p:nvPr/>
          </p:nvSpPr>
          <p:spPr>
            <a:xfrm>
              <a:off x="0" y="2855298"/>
              <a:ext cx="12192000" cy="4002702"/>
            </a:xfrm>
            <a:custGeom>
              <a:avLst/>
              <a:gdLst>
                <a:gd name="connsiteX0" fmla="*/ 2667000 w 12192000"/>
                <a:gd name="connsiteY0" fmla="*/ 391 h 2517162"/>
                <a:gd name="connsiteX1" fmla="*/ 12192000 w 12192000"/>
                <a:gd name="connsiteY1" fmla="*/ 397169 h 2517162"/>
                <a:gd name="connsiteX2" fmla="*/ 12192000 w 12192000"/>
                <a:gd name="connsiteY2" fmla="*/ 2517162 h 2517162"/>
                <a:gd name="connsiteX3" fmla="*/ 3528991 w 12192000"/>
                <a:gd name="connsiteY3" fmla="*/ 2517162 h 2517162"/>
                <a:gd name="connsiteX4" fmla="*/ 3429000 w 12192000"/>
                <a:gd name="connsiteY4" fmla="*/ 2508633 h 2517162"/>
                <a:gd name="connsiteX5" fmla="*/ 1905000 w 12192000"/>
                <a:gd name="connsiteY5" fmla="*/ 2499564 h 2517162"/>
                <a:gd name="connsiteX6" fmla="*/ 1716244 w 12192000"/>
                <a:gd name="connsiteY6" fmla="*/ 2517162 h 2517162"/>
                <a:gd name="connsiteX7" fmla="*/ 0 w 12192000"/>
                <a:gd name="connsiteY7" fmla="*/ 2517162 h 2517162"/>
                <a:gd name="connsiteX8" fmla="*/ 0 w 12192000"/>
                <a:gd name="connsiteY8" fmla="*/ 397169 h 2517162"/>
                <a:gd name="connsiteX9" fmla="*/ 2667000 w 12192000"/>
                <a:gd name="connsiteY9" fmla="*/ 391 h 2517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92000" h="2517162">
                  <a:moveTo>
                    <a:pt x="2667000" y="391"/>
                  </a:moveTo>
                  <a:cubicBezTo>
                    <a:pt x="5842000" y="27683"/>
                    <a:pt x="9017000" y="1472039"/>
                    <a:pt x="12192000" y="397169"/>
                  </a:cubicBezTo>
                  <a:lnTo>
                    <a:pt x="12192000" y="2517162"/>
                  </a:lnTo>
                  <a:lnTo>
                    <a:pt x="3528991" y="2517162"/>
                  </a:lnTo>
                  <a:lnTo>
                    <a:pt x="3429000" y="2508633"/>
                  </a:lnTo>
                  <a:cubicBezTo>
                    <a:pt x="2921000" y="2472021"/>
                    <a:pt x="2413000" y="2463623"/>
                    <a:pt x="1905000" y="2499564"/>
                  </a:cubicBezTo>
                  <a:lnTo>
                    <a:pt x="1716244" y="2517162"/>
                  </a:lnTo>
                  <a:lnTo>
                    <a:pt x="0" y="2517162"/>
                  </a:lnTo>
                  <a:lnTo>
                    <a:pt x="0" y="397169"/>
                  </a:lnTo>
                  <a:cubicBezTo>
                    <a:pt x="889000" y="96206"/>
                    <a:pt x="1778000" y="-7250"/>
                    <a:pt x="2667000" y="39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285"/>
            </a:p>
          </p:txBody>
        </p:sp>
        <p:sp>
          <p:nvSpPr>
            <p:cNvPr id="5" name="任意多边形 6"/>
            <p:cNvSpPr/>
            <p:nvPr/>
          </p:nvSpPr>
          <p:spPr>
            <a:xfrm>
              <a:off x="0" y="3086100"/>
              <a:ext cx="12192000" cy="3771901"/>
            </a:xfrm>
            <a:custGeom>
              <a:avLst/>
              <a:gdLst>
                <a:gd name="connsiteX0" fmla="*/ 2667000 w 12192000"/>
                <a:gd name="connsiteY0" fmla="*/ 391 h 2372019"/>
                <a:gd name="connsiteX1" fmla="*/ 12192000 w 12192000"/>
                <a:gd name="connsiteY1" fmla="*/ 397169 h 2372019"/>
                <a:gd name="connsiteX2" fmla="*/ 12192000 w 12192000"/>
                <a:gd name="connsiteY2" fmla="*/ 2372019 h 2372019"/>
                <a:gd name="connsiteX3" fmla="*/ 0 w 12192000"/>
                <a:gd name="connsiteY3" fmla="*/ 2372019 h 2372019"/>
                <a:gd name="connsiteX4" fmla="*/ 0 w 12192000"/>
                <a:gd name="connsiteY4" fmla="*/ 397169 h 2372019"/>
                <a:gd name="connsiteX5" fmla="*/ 2667000 w 12192000"/>
                <a:gd name="connsiteY5" fmla="*/ 391 h 2372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2000" h="2372019">
                  <a:moveTo>
                    <a:pt x="2667000" y="391"/>
                  </a:moveTo>
                  <a:cubicBezTo>
                    <a:pt x="5842000" y="27683"/>
                    <a:pt x="9017000" y="1472039"/>
                    <a:pt x="12192000" y="397169"/>
                  </a:cubicBezTo>
                  <a:lnTo>
                    <a:pt x="12192000" y="2372019"/>
                  </a:lnTo>
                  <a:lnTo>
                    <a:pt x="0" y="2372019"/>
                  </a:lnTo>
                  <a:lnTo>
                    <a:pt x="0" y="397169"/>
                  </a:lnTo>
                  <a:cubicBezTo>
                    <a:pt x="889000" y="96206"/>
                    <a:pt x="1778000" y="-7250"/>
                    <a:pt x="2667000" y="391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shade val="30000"/>
                    <a:satMod val="115000"/>
                  </a:schemeClr>
                </a:gs>
                <a:gs pos="50000">
                  <a:schemeClr val="accent5">
                    <a:shade val="67500"/>
                    <a:satMod val="115000"/>
                  </a:schemeClr>
                </a:gs>
                <a:gs pos="100000">
                  <a:schemeClr val="accent5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285"/>
            </a:p>
          </p:txBody>
        </p:sp>
      </p:grpSp>
      <p:sp>
        <p:nvSpPr>
          <p:cNvPr id="8" name="主标题"/>
          <p:cNvSpPr txBox="1"/>
          <p:nvPr/>
        </p:nvSpPr>
        <p:spPr>
          <a:xfrm>
            <a:off x="1955791" y="4976073"/>
            <a:ext cx="8280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哈尔滨工业大学答辩通用模板</a:t>
            </a:r>
            <a:endParaRPr lang="zh-CN" altLang="en-US" sz="4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主标题英文"/>
          <p:cNvSpPr txBox="1"/>
          <p:nvPr/>
        </p:nvSpPr>
        <p:spPr>
          <a:xfrm>
            <a:off x="1955790" y="5807070"/>
            <a:ext cx="828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PowerPoint template of HIT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7087" y="-37657"/>
            <a:ext cx="10341705" cy="6890161"/>
          </a:xfrm>
          <a:prstGeom prst="rect">
            <a:avLst/>
          </a:prstGeom>
        </p:spPr>
      </p:pic>
      <p:sp>
        <p:nvSpPr>
          <p:cNvPr id="2" name="任意多边形 1"/>
          <p:cNvSpPr/>
          <p:nvPr/>
        </p:nvSpPr>
        <p:spPr>
          <a:xfrm>
            <a:off x="3759200" y="-33867"/>
            <a:ext cx="8466667" cy="6908800"/>
          </a:xfrm>
          <a:custGeom>
            <a:avLst/>
            <a:gdLst>
              <a:gd name="connsiteX0" fmla="*/ 2882900 w 6324600"/>
              <a:gd name="connsiteY0" fmla="*/ 0 h 5181600"/>
              <a:gd name="connsiteX1" fmla="*/ 2260600 w 6324600"/>
              <a:gd name="connsiteY1" fmla="*/ 1485900 h 5181600"/>
              <a:gd name="connsiteX2" fmla="*/ 0 w 6324600"/>
              <a:gd name="connsiteY2" fmla="*/ 1485900 h 5181600"/>
              <a:gd name="connsiteX3" fmla="*/ 0 w 6324600"/>
              <a:gd name="connsiteY3" fmla="*/ 2019300 h 5181600"/>
              <a:gd name="connsiteX4" fmla="*/ 990600 w 6324600"/>
              <a:gd name="connsiteY4" fmla="*/ 2019300 h 5181600"/>
              <a:gd name="connsiteX5" fmla="*/ 990600 w 6324600"/>
              <a:gd name="connsiteY5" fmla="*/ 2819400 h 5181600"/>
              <a:gd name="connsiteX6" fmla="*/ 1930400 w 6324600"/>
              <a:gd name="connsiteY6" fmla="*/ 2819400 h 5181600"/>
              <a:gd name="connsiteX7" fmla="*/ 952500 w 6324600"/>
              <a:gd name="connsiteY7" fmla="*/ 5181600 h 5181600"/>
              <a:gd name="connsiteX8" fmla="*/ 6324600 w 6324600"/>
              <a:gd name="connsiteY8" fmla="*/ 5168900 h 5181600"/>
              <a:gd name="connsiteX9" fmla="*/ 6235700 w 6324600"/>
              <a:gd name="connsiteY9" fmla="*/ 12700 h 5181600"/>
              <a:gd name="connsiteX10" fmla="*/ 2882900 w 6324600"/>
              <a:gd name="connsiteY10" fmla="*/ 0 h 5181600"/>
              <a:gd name="connsiteX0-1" fmla="*/ 2882900 w 6350000"/>
              <a:gd name="connsiteY0-2" fmla="*/ 0 h 5181600"/>
              <a:gd name="connsiteX1-3" fmla="*/ 2260600 w 6350000"/>
              <a:gd name="connsiteY1-4" fmla="*/ 1485900 h 5181600"/>
              <a:gd name="connsiteX2-5" fmla="*/ 0 w 6350000"/>
              <a:gd name="connsiteY2-6" fmla="*/ 1485900 h 5181600"/>
              <a:gd name="connsiteX3-7" fmla="*/ 0 w 6350000"/>
              <a:gd name="connsiteY3-8" fmla="*/ 2019300 h 5181600"/>
              <a:gd name="connsiteX4-9" fmla="*/ 990600 w 6350000"/>
              <a:gd name="connsiteY4-10" fmla="*/ 2019300 h 5181600"/>
              <a:gd name="connsiteX5-11" fmla="*/ 990600 w 6350000"/>
              <a:gd name="connsiteY5-12" fmla="*/ 2819400 h 5181600"/>
              <a:gd name="connsiteX6-13" fmla="*/ 1930400 w 6350000"/>
              <a:gd name="connsiteY6-14" fmla="*/ 2819400 h 5181600"/>
              <a:gd name="connsiteX7-15" fmla="*/ 952500 w 6350000"/>
              <a:gd name="connsiteY7-16" fmla="*/ 5181600 h 5181600"/>
              <a:gd name="connsiteX8-17" fmla="*/ 6324600 w 6350000"/>
              <a:gd name="connsiteY8-18" fmla="*/ 5168900 h 5181600"/>
              <a:gd name="connsiteX9-19" fmla="*/ 6350000 w 6350000"/>
              <a:gd name="connsiteY9-20" fmla="*/ 12700 h 5181600"/>
              <a:gd name="connsiteX10-21" fmla="*/ 2882900 w 6350000"/>
              <a:gd name="connsiteY10-22" fmla="*/ 0 h 5181600"/>
              <a:gd name="connsiteX0-23" fmla="*/ 2882900 w 6350000"/>
              <a:gd name="connsiteY0-24" fmla="*/ 0 h 5181600"/>
              <a:gd name="connsiteX1-25" fmla="*/ 2260600 w 6350000"/>
              <a:gd name="connsiteY1-26" fmla="*/ 1485900 h 5181600"/>
              <a:gd name="connsiteX2-27" fmla="*/ 0 w 6350000"/>
              <a:gd name="connsiteY2-28" fmla="*/ 1485900 h 5181600"/>
              <a:gd name="connsiteX3-29" fmla="*/ 0 w 6350000"/>
              <a:gd name="connsiteY3-30" fmla="*/ 2019300 h 5181600"/>
              <a:gd name="connsiteX4-31" fmla="*/ 990600 w 6350000"/>
              <a:gd name="connsiteY4-32" fmla="*/ 2019300 h 5181600"/>
              <a:gd name="connsiteX5-33" fmla="*/ 1003300 w 6350000"/>
              <a:gd name="connsiteY5-34" fmla="*/ 2616200 h 5181600"/>
              <a:gd name="connsiteX6-35" fmla="*/ 1930400 w 6350000"/>
              <a:gd name="connsiteY6-36" fmla="*/ 2819400 h 5181600"/>
              <a:gd name="connsiteX7-37" fmla="*/ 952500 w 6350000"/>
              <a:gd name="connsiteY7-38" fmla="*/ 5181600 h 5181600"/>
              <a:gd name="connsiteX8-39" fmla="*/ 6324600 w 6350000"/>
              <a:gd name="connsiteY8-40" fmla="*/ 5168900 h 5181600"/>
              <a:gd name="connsiteX9-41" fmla="*/ 6350000 w 6350000"/>
              <a:gd name="connsiteY9-42" fmla="*/ 12700 h 5181600"/>
              <a:gd name="connsiteX10-43" fmla="*/ 2882900 w 6350000"/>
              <a:gd name="connsiteY10-44" fmla="*/ 0 h 5181600"/>
              <a:gd name="connsiteX0-45" fmla="*/ 2882900 w 6350000"/>
              <a:gd name="connsiteY0-46" fmla="*/ 0 h 5181600"/>
              <a:gd name="connsiteX1-47" fmla="*/ 2260600 w 6350000"/>
              <a:gd name="connsiteY1-48" fmla="*/ 1485900 h 5181600"/>
              <a:gd name="connsiteX2-49" fmla="*/ 0 w 6350000"/>
              <a:gd name="connsiteY2-50" fmla="*/ 1485900 h 5181600"/>
              <a:gd name="connsiteX3-51" fmla="*/ 0 w 6350000"/>
              <a:gd name="connsiteY3-52" fmla="*/ 2019300 h 5181600"/>
              <a:gd name="connsiteX4-53" fmla="*/ 990600 w 6350000"/>
              <a:gd name="connsiteY4-54" fmla="*/ 2019300 h 5181600"/>
              <a:gd name="connsiteX5-55" fmla="*/ 1003300 w 6350000"/>
              <a:gd name="connsiteY5-56" fmla="*/ 2616200 h 5181600"/>
              <a:gd name="connsiteX6-57" fmla="*/ 1968500 w 6350000"/>
              <a:gd name="connsiteY6-58" fmla="*/ 2616200 h 5181600"/>
              <a:gd name="connsiteX7-59" fmla="*/ 952500 w 6350000"/>
              <a:gd name="connsiteY7-60" fmla="*/ 5181600 h 5181600"/>
              <a:gd name="connsiteX8-61" fmla="*/ 6324600 w 6350000"/>
              <a:gd name="connsiteY8-62" fmla="*/ 5168900 h 5181600"/>
              <a:gd name="connsiteX9-63" fmla="*/ 6350000 w 6350000"/>
              <a:gd name="connsiteY9-64" fmla="*/ 12700 h 5181600"/>
              <a:gd name="connsiteX10-65" fmla="*/ 2882900 w 6350000"/>
              <a:gd name="connsiteY10-66" fmla="*/ 0 h 51816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6350000" h="5181600">
                <a:moveTo>
                  <a:pt x="2882900" y="0"/>
                </a:moveTo>
                <a:lnTo>
                  <a:pt x="2260600" y="1485900"/>
                </a:lnTo>
                <a:lnTo>
                  <a:pt x="0" y="1485900"/>
                </a:lnTo>
                <a:lnTo>
                  <a:pt x="0" y="2019300"/>
                </a:lnTo>
                <a:lnTo>
                  <a:pt x="990600" y="2019300"/>
                </a:lnTo>
                <a:lnTo>
                  <a:pt x="1003300" y="2616200"/>
                </a:lnTo>
                <a:lnTo>
                  <a:pt x="1968500" y="2616200"/>
                </a:lnTo>
                <a:lnTo>
                  <a:pt x="952500" y="5181600"/>
                </a:lnTo>
                <a:lnTo>
                  <a:pt x="6324600" y="5168900"/>
                </a:lnTo>
                <a:lnTo>
                  <a:pt x="6350000" y="12700"/>
                </a:lnTo>
                <a:lnTo>
                  <a:pt x="288290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TextBox 3"/>
          <p:cNvSpPr txBox="1"/>
          <p:nvPr/>
        </p:nvSpPr>
        <p:spPr>
          <a:xfrm>
            <a:off x="5417922" y="2425324"/>
            <a:ext cx="6278777" cy="995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865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Himalaya" panose="01010100010101010101" pitchFamily="2" charset="0"/>
              </a:rPr>
              <a:t>哈尔滨工业大学</a:t>
            </a:r>
            <a:endParaRPr lang="zh-CN" altLang="en-US" sz="5865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Himalaya" panose="01010100010101010101" pitchFamily="2" charset="0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3855101" y="89635"/>
            <a:ext cx="8240315" cy="6635579"/>
          </a:xfrm>
          <a:custGeom>
            <a:avLst/>
            <a:gdLst>
              <a:gd name="connsiteX0" fmla="*/ 2882900 w 6324600"/>
              <a:gd name="connsiteY0" fmla="*/ 0 h 5181600"/>
              <a:gd name="connsiteX1" fmla="*/ 2260600 w 6324600"/>
              <a:gd name="connsiteY1" fmla="*/ 1485900 h 5181600"/>
              <a:gd name="connsiteX2" fmla="*/ 0 w 6324600"/>
              <a:gd name="connsiteY2" fmla="*/ 1485900 h 5181600"/>
              <a:gd name="connsiteX3" fmla="*/ 0 w 6324600"/>
              <a:gd name="connsiteY3" fmla="*/ 2019300 h 5181600"/>
              <a:gd name="connsiteX4" fmla="*/ 990600 w 6324600"/>
              <a:gd name="connsiteY4" fmla="*/ 2019300 h 5181600"/>
              <a:gd name="connsiteX5" fmla="*/ 990600 w 6324600"/>
              <a:gd name="connsiteY5" fmla="*/ 2819400 h 5181600"/>
              <a:gd name="connsiteX6" fmla="*/ 1930400 w 6324600"/>
              <a:gd name="connsiteY6" fmla="*/ 2819400 h 5181600"/>
              <a:gd name="connsiteX7" fmla="*/ 952500 w 6324600"/>
              <a:gd name="connsiteY7" fmla="*/ 5181600 h 5181600"/>
              <a:gd name="connsiteX8" fmla="*/ 6324600 w 6324600"/>
              <a:gd name="connsiteY8" fmla="*/ 5168900 h 5181600"/>
              <a:gd name="connsiteX9" fmla="*/ 6235700 w 6324600"/>
              <a:gd name="connsiteY9" fmla="*/ 12700 h 5181600"/>
              <a:gd name="connsiteX10" fmla="*/ 2882900 w 6324600"/>
              <a:gd name="connsiteY10" fmla="*/ 0 h 5181600"/>
              <a:gd name="connsiteX0-1" fmla="*/ 2882900 w 6350000"/>
              <a:gd name="connsiteY0-2" fmla="*/ 0 h 5181600"/>
              <a:gd name="connsiteX1-3" fmla="*/ 2260600 w 6350000"/>
              <a:gd name="connsiteY1-4" fmla="*/ 1485900 h 5181600"/>
              <a:gd name="connsiteX2-5" fmla="*/ 0 w 6350000"/>
              <a:gd name="connsiteY2-6" fmla="*/ 1485900 h 5181600"/>
              <a:gd name="connsiteX3-7" fmla="*/ 0 w 6350000"/>
              <a:gd name="connsiteY3-8" fmla="*/ 2019300 h 5181600"/>
              <a:gd name="connsiteX4-9" fmla="*/ 990600 w 6350000"/>
              <a:gd name="connsiteY4-10" fmla="*/ 2019300 h 5181600"/>
              <a:gd name="connsiteX5-11" fmla="*/ 990600 w 6350000"/>
              <a:gd name="connsiteY5-12" fmla="*/ 2819400 h 5181600"/>
              <a:gd name="connsiteX6-13" fmla="*/ 1930400 w 6350000"/>
              <a:gd name="connsiteY6-14" fmla="*/ 2819400 h 5181600"/>
              <a:gd name="connsiteX7-15" fmla="*/ 952500 w 6350000"/>
              <a:gd name="connsiteY7-16" fmla="*/ 5181600 h 5181600"/>
              <a:gd name="connsiteX8-17" fmla="*/ 6324600 w 6350000"/>
              <a:gd name="connsiteY8-18" fmla="*/ 5168900 h 5181600"/>
              <a:gd name="connsiteX9-19" fmla="*/ 6350000 w 6350000"/>
              <a:gd name="connsiteY9-20" fmla="*/ 12700 h 5181600"/>
              <a:gd name="connsiteX10-21" fmla="*/ 2882900 w 6350000"/>
              <a:gd name="connsiteY10-22" fmla="*/ 0 h 5181600"/>
              <a:gd name="connsiteX0-23" fmla="*/ 2882900 w 6350000"/>
              <a:gd name="connsiteY0-24" fmla="*/ 0 h 5181600"/>
              <a:gd name="connsiteX1-25" fmla="*/ 2260600 w 6350000"/>
              <a:gd name="connsiteY1-26" fmla="*/ 1485900 h 5181600"/>
              <a:gd name="connsiteX2-27" fmla="*/ 0 w 6350000"/>
              <a:gd name="connsiteY2-28" fmla="*/ 1485900 h 5181600"/>
              <a:gd name="connsiteX3-29" fmla="*/ 0 w 6350000"/>
              <a:gd name="connsiteY3-30" fmla="*/ 2019300 h 5181600"/>
              <a:gd name="connsiteX4-31" fmla="*/ 990600 w 6350000"/>
              <a:gd name="connsiteY4-32" fmla="*/ 2019300 h 5181600"/>
              <a:gd name="connsiteX5-33" fmla="*/ 1003300 w 6350000"/>
              <a:gd name="connsiteY5-34" fmla="*/ 2616200 h 5181600"/>
              <a:gd name="connsiteX6-35" fmla="*/ 1930400 w 6350000"/>
              <a:gd name="connsiteY6-36" fmla="*/ 2819400 h 5181600"/>
              <a:gd name="connsiteX7-37" fmla="*/ 952500 w 6350000"/>
              <a:gd name="connsiteY7-38" fmla="*/ 5181600 h 5181600"/>
              <a:gd name="connsiteX8-39" fmla="*/ 6324600 w 6350000"/>
              <a:gd name="connsiteY8-40" fmla="*/ 5168900 h 5181600"/>
              <a:gd name="connsiteX9-41" fmla="*/ 6350000 w 6350000"/>
              <a:gd name="connsiteY9-42" fmla="*/ 12700 h 5181600"/>
              <a:gd name="connsiteX10-43" fmla="*/ 2882900 w 6350000"/>
              <a:gd name="connsiteY10-44" fmla="*/ 0 h 5181600"/>
              <a:gd name="connsiteX0-45" fmla="*/ 2882900 w 6350000"/>
              <a:gd name="connsiteY0-46" fmla="*/ 0 h 5181600"/>
              <a:gd name="connsiteX1-47" fmla="*/ 2260600 w 6350000"/>
              <a:gd name="connsiteY1-48" fmla="*/ 1485900 h 5181600"/>
              <a:gd name="connsiteX2-49" fmla="*/ 0 w 6350000"/>
              <a:gd name="connsiteY2-50" fmla="*/ 1485900 h 5181600"/>
              <a:gd name="connsiteX3-51" fmla="*/ 0 w 6350000"/>
              <a:gd name="connsiteY3-52" fmla="*/ 2019300 h 5181600"/>
              <a:gd name="connsiteX4-53" fmla="*/ 990600 w 6350000"/>
              <a:gd name="connsiteY4-54" fmla="*/ 2019300 h 5181600"/>
              <a:gd name="connsiteX5-55" fmla="*/ 1003300 w 6350000"/>
              <a:gd name="connsiteY5-56" fmla="*/ 2616200 h 5181600"/>
              <a:gd name="connsiteX6-57" fmla="*/ 1968500 w 6350000"/>
              <a:gd name="connsiteY6-58" fmla="*/ 2616200 h 5181600"/>
              <a:gd name="connsiteX7-59" fmla="*/ 952500 w 6350000"/>
              <a:gd name="connsiteY7-60" fmla="*/ 5181600 h 5181600"/>
              <a:gd name="connsiteX8-61" fmla="*/ 6324600 w 6350000"/>
              <a:gd name="connsiteY8-62" fmla="*/ 5168900 h 5181600"/>
              <a:gd name="connsiteX9-63" fmla="*/ 6350000 w 6350000"/>
              <a:gd name="connsiteY9-64" fmla="*/ 12700 h 5181600"/>
              <a:gd name="connsiteX10-65" fmla="*/ 2882900 w 6350000"/>
              <a:gd name="connsiteY10-66" fmla="*/ 0 h 5181600"/>
              <a:gd name="connsiteX0-67" fmla="*/ 3134972 w 6350000"/>
              <a:gd name="connsiteY0-68" fmla="*/ 0 h 5181600"/>
              <a:gd name="connsiteX1-69" fmla="*/ 2260600 w 6350000"/>
              <a:gd name="connsiteY1-70" fmla="*/ 1485900 h 5181600"/>
              <a:gd name="connsiteX2-71" fmla="*/ 0 w 6350000"/>
              <a:gd name="connsiteY2-72" fmla="*/ 1485900 h 5181600"/>
              <a:gd name="connsiteX3-73" fmla="*/ 0 w 6350000"/>
              <a:gd name="connsiteY3-74" fmla="*/ 2019300 h 5181600"/>
              <a:gd name="connsiteX4-75" fmla="*/ 990600 w 6350000"/>
              <a:gd name="connsiteY4-76" fmla="*/ 2019300 h 5181600"/>
              <a:gd name="connsiteX5-77" fmla="*/ 1003300 w 6350000"/>
              <a:gd name="connsiteY5-78" fmla="*/ 2616200 h 5181600"/>
              <a:gd name="connsiteX6-79" fmla="*/ 1968500 w 6350000"/>
              <a:gd name="connsiteY6-80" fmla="*/ 2616200 h 5181600"/>
              <a:gd name="connsiteX7-81" fmla="*/ 952500 w 6350000"/>
              <a:gd name="connsiteY7-82" fmla="*/ 5181600 h 5181600"/>
              <a:gd name="connsiteX8-83" fmla="*/ 6324600 w 6350000"/>
              <a:gd name="connsiteY8-84" fmla="*/ 5168900 h 5181600"/>
              <a:gd name="connsiteX9-85" fmla="*/ 6350000 w 6350000"/>
              <a:gd name="connsiteY9-86" fmla="*/ 12700 h 5181600"/>
              <a:gd name="connsiteX10-87" fmla="*/ 3134972 w 6350000"/>
              <a:gd name="connsiteY10-88" fmla="*/ 0 h 5181600"/>
              <a:gd name="connsiteX0-89" fmla="*/ 3134972 w 6522470"/>
              <a:gd name="connsiteY0-90" fmla="*/ 28094 h 5209694"/>
              <a:gd name="connsiteX1-91" fmla="*/ 2260600 w 6522470"/>
              <a:gd name="connsiteY1-92" fmla="*/ 1513994 h 5209694"/>
              <a:gd name="connsiteX2-93" fmla="*/ 0 w 6522470"/>
              <a:gd name="connsiteY2-94" fmla="*/ 1513994 h 5209694"/>
              <a:gd name="connsiteX3-95" fmla="*/ 0 w 6522470"/>
              <a:gd name="connsiteY3-96" fmla="*/ 2047394 h 5209694"/>
              <a:gd name="connsiteX4-97" fmla="*/ 990600 w 6522470"/>
              <a:gd name="connsiteY4-98" fmla="*/ 2047394 h 5209694"/>
              <a:gd name="connsiteX5-99" fmla="*/ 1003300 w 6522470"/>
              <a:gd name="connsiteY5-100" fmla="*/ 2644294 h 5209694"/>
              <a:gd name="connsiteX6-101" fmla="*/ 1968500 w 6522470"/>
              <a:gd name="connsiteY6-102" fmla="*/ 2644294 h 5209694"/>
              <a:gd name="connsiteX7-103" fmla="*/ 952500 w 6522470"/>
              <a:gd name="connsiteY7-104" fmla="*/ 5209694 h 5209694"/>
              <a:gd name="connsiteX8-105" fmla="*/ 6324600 w 6522470"/>
              <a:gd name="connsiteY8-106" fmla="*/ 5196994 h 5209694"/>
              <a:gd name="connsiteX9-107" fmla="*/ 6522470 w 6522470"/>
              <a:gd name="connsiteY9-108" fmla="*/ 0 h 5209694"/>
              <a:gd name="connsiteX10-109" fmla="*/ 3134972 w 6522470"/>
              <a:gd name="connsiteY10-110" fmla="*/ 28094 h 5209694"/>
              <a:gd name="connsiteX0-111" fmla="*/ 3134972 w 6522470"/>
              <a:gd name="connsiteY0-112" fmla="*/ 28094 h 5305778"/>
              <a:gd name="connsiteX1-113" fmla="*/ 2260600 w 6522470"/>
              <a:gd name="connsiteY1-114" fmla="*/ 1513994 h 5305778"/>
              <a:gd name="connsiteX2-115" fmla="*/ 0 w 6522470"/>
              <a:gd name="connsiteY2-116" fmla="*/ 1513994 h 5305778"/>
              <a:gd name="connsiteX3-117" fmla="*/ 0 w 6522470"/>
              <a:gd name="connsiteY3-118" fmla="*/ 2047394 h 5305778"/>
              <a:gd name="connsiteX4-119" fmla="*/ 990600 w 6522470"/>
              <a:gd name="connsiteY4-120" fmla="*/ 2047394 h 5305778"/>
              <a:gd name="connsiteX5-121" fmla="*/ 1003300 w 6522470"/>
              <a:gd name="connsiteY5-122" fmla="*/ 2644294 h 5305778"/>
              <a:gd name="connsiteX6-123" fmla="*/ 1968500 w 6522470"/>
              <a:gd name="connsiteY6-124" fmla="*/ 2644294 h 5305778"/>
              <a:gd name="connsiteX7-125" fmla="*/ 952500 w 6522470"/>
              <a:gd name="connsiteY7-126" fmla="*/ 5209694 h 5305778"/>
              <a:gd name="connsiteX8-127" fmla="*/ 6497071 w 6522470"/>
              <a:gd name="connsiteY8-128" fmla="*/ 5305778 h 5305778"/>
              <a:gd name="connsiteX9-129" fmla="*/ 6522470 w 6522470"/>
              <a:gd name="connsiteY9-130" fmla="*/ 0 h 5305778"/>
              <a:gd name="connsiteX10-131" fmla="*/ 3134972 w 6522470"/>
              <a:gd name="connsiteY10-132" fmla="*/ 28094 h 5305778"/>
              <a:gd name="connsiteX0-133" fmla="*/ 3134972 w 6522470"/>
              <a:gd name="connsiteY0-134" fmla="*/ 28094 h 5305778"/>
              <a:gd name="connsiteX1-135" fmla="*/ 2260600 w 6522470"/>
              <a:gd name="connsiteY1-136" fmla="*/ 1513994 h 5305778"/>
              <a:gd name="connsiteX2-137" fmla="*/ 0 w 6522470"/>
              <a:gd name="connsiteY2-138" fmla="*/ 1513994 h 5305778"/>
              <a:gd name="connsiteX3-139" fmla="*/ 0 w 6522470"/>
              <a:gd name="connsiteY3-140" fmla="*/ 2047394 h 5305778"/>
              <a:gd name="connsiteX4-141" fmla="*/ 990600 w 6522470"/>
              <a:gd name="connsiteY4-142" fmla="*/ 2047394 h 5305778"/>
              <a:gd name="connsiteX5-143" fmla="*/ 1003300 w 6522470"/>
              <a:gd name="connsiteY5-144" fmla="*/ 2644294 h 5305778"/>
              <a:gd name="connsiteX6-145" fmla="*/ 1968500 w 6522470"/>
              <a:gd name="connsiteY6-146" fmla="*/ 2644294 h 5305778"/>
              <a:gd name="connsiteX7-147" fmla="*/ 1244373 w 6522470"/>
              <a:gd name="connsiteY7-148" fmla="*/ 5304880 h 5305778"/>
              <a:gd name="connsiteX8-149" fmla="*/ 6497071 w 6522470"/>
              <a:gd name="connsiteY8-150" fmla="*/ 5305778 h 5305778"/>
              <a:gd name="connsiteX9-151" fmla="*/ 6522470 w 6522470"/>
              <a:gd name="connsiteY9-152" fmla="*/ 0 h 5305778"/>
              <a:gd name="connsiteX10-153" fmla="*/ 3134972 w 6522470"/>
              <a:gd name="connsiteY10-154" fmla="*/ 28094 h 5305778"/>
              <a:gd name="connsiteX0-155" fmla="*/ 3134972 w 6522470"/>
              <a:gd name="connsiteY0-156" fmla="*/ 28094 h 5305778"/>
              <a:gd name="connsiteX1-157" fmla="*/ 2260600 w 6522470"/>
              <a:gd name="connsiteY1-158" fmla="*/ 1513994 h 5305778"/>
              <a:gd name="connsiteX2-159" fmla="*/ 0 w 6522470"/>
              <a:gd name="connsiteY2-160" fmla="*/ 1513994 h 5305778"/>
              <a:gd name="connsiteX3-161" fmla="*/ 0 w 6522470"/>
              <a:gd name="connsiteY3-162" fmla="*/ 2047394 h 5305778"/>
              <a:gd name="connsiteX4-163" fmla="*/ 990600 w 6522470"/>
              <a:gd name="connsiteY4-164" fmla="*/ 2047394 h 5305778"/>
              <a:gd name="connsiteX5-165" fmla="*/ 1003300 w 6522470"/>
              <a:gd name="connsiteY5-166" fmla="*/ 2644294 h 5305778"/>
              <a:gd name="connsiteX6-167" fmla="*/ 2220572 w 6522470"/>
              <a:gd name="connsiteY6-168" fmla="*/ 2589902 h 5305778"/>
              <a:gd name="connsiteX7-169" fmla="*/ 1244373 w 6522470"/>
              <a:gd name="connsiteY7-170" fmla="*/ 5304880 h 5305778"/>
              <a:gd name="connsiteX8-171" fmla="*/ 6497071 w 6522470"/>
              <a:gd name="connsiteY8-172" fmla="*/ 5305778 h 5305778"/>
              <a:gd name="connsiteX9-173" fmla="*/ 6522470 w 6522470"/>
              <a:gd name="connsiteY9-174" fmla="*/ 0 h 5305778"/>
              <a:gd name="connsiteX10-175" fmla="*/ 3134972 w 6522470"/>
              <a:gd name="connsiteY10-176" fmla="*/ 28094 h 5305778"/>
              <a:gd name="connsiteX0-177" fmla="*/ 3134972 w 6522470"/>
              <a:gd name="connsiteY0-178" fmla="*/ 28094 h 5305778"/>
              <a:gd name="connsiteX1-179" fmla="*/ 2260600 w 6522470"/>
              <a:gd name="connsiteY1-180" fmla="*/ 1513994 h 5305778"/>
              <a:gd name="connsiteX2-181" fmla="*/ 0 w 6522470"/>
              <a:gd name="connsiteY2-182" fmla="*/ 1513994 h 5305778"/>
              <a:gd name="connsiteX3-183" fmla="*/ 0 w 6522470"/>
              <a:gd name="connsiteY3-184" fmla="*/ 2047394 h 5305778"/>
              <a:gd name="connsiteX4-185" fmla="*/ 990600 w 6522470"/>
              <a:gd name="connsiteY4-186" fmla="*/ 2047394 h 5305778"/>
              <a:gd name="connsiteX5-187" fmla="*/ 1162504 w 6522470"/>
              <a:gd name="connsiteY5-188" fmla="*/ 2589902 h 5305778"/>
              <a:gd name="connsiteX6-189" fmla="*/ 2220572 w 6522470"/>
              <a:gd name="connsiteY6-190" fmla="*/ 2589902 h 5305778"/>
              <a:gd name="connsiteX7-191" fmla="*/ 1244373 w 6522470"/>
              <a:gd name="connsiteY7-192" fmla="*/ 5304880 h 5305778"/>
              <a:gd name="connsiteX8-193" fmla="*/ 6497071 w 6522470"/>
              <a:gd name="connsiteY8-194" fmla="*/ 5305778 h 5305778"/>
              <a:gd name="connsiteX9-195" fmla="*/ 6522470 w 6522470"/>
              <a:gd name="connsiteY9-196" fmla="*/ 0 h 5305778"/>
              <a:gd name="connsiteX10-197" fmla="*/ 3134972 w 6522470"/>
              <a:gd name="connsiteY10-198" fmla="*/ 28094 h 5305778"/>
              <a:gd name="connsiteX0-199" fmla="*/ 3134972 w 6522470"/>
              <a:gd name="connsiteY0-200" fmla="*/ 28094 h 5305778"/>
              <a:gd name="connsiteX1-201" fmla="*/ 2260600 w 6522470"/>
              <a:gd name="connsiteY1-202" fmla="*/ 1513994 h 5305778"/>
              <a:gd name="connsiteX2-203" fmla="*/ 0 w 6522470"/>
              <a:gd name="connsiteY2-204" fmla="*/ 1513994 h 5305778"/>
              <a:gd name="connsiteX3-205" fmla="*/ 0 w 6522470"/>
              <a:gd name="connsiteY3-206" fmla="*/ 2047394 h 5305778"/>
              <a:gd name="connsiteX4-207" fmla="*/ 1149803 w 6522470"/>
              <a:gd name="connsiteY4-208" fmla="*/ 1952209 h 5305778"/>
              <a:gd name="connsiteX5-209" fmla="*/ 1162504 w 6522470"/>
              <a:gd name="connsiteY5-210" fmla="*/ 2589902 h 5305778"/>
              <a:gd name="connsiteX6-211" fmla="*/ 2220572 w 6522470"/>
              <a:gd name="connsiteY6-212" fmla="*/ 2589902 h 5305778"/>
              <a:gd name="connsiteX7-213" fmla="*/ 1244373 w 6522470"/>
              <a:gd name="connsiteY7-214" fmla="*/ 5304880 h 5305778"/>
              <a:gd name="connsiteX8-215" fmla="*/ 6497071 w 6522470"/>
              <a:gd name="connsiteY8-216" fmla="*/ 5305778 h 5305778"/>
              <a:gd name="connsiteX9-217" fmla="*/ 6522470 w 6522470"/>
              <a:gd name="connsiteY9-218" fmla="*/ 0 h 5305778"/>
              <a:gd name="connsiteX10-219" fmla="*/ 3134972 w 6522470"/>
              <a:gd name="connsiteY10-220" fmla="*/ 28094 h 5305778"/>
              <a:gd name="connsiteX0-221" fmla="*/ 3134972 w 6522470"/>
              <a:gd name="connsiteY0-222" fmla="*/ 28094 h 5305778"/>
              <a:gd name="connsiteX1-223" fmla="*/ 2260600 w 6522470"/>
              <a:gd name="connsiteY1-224" fmla="*/ 1513994 h 5305778"/>
              <a:gd name="connsiteX2-225" fmla="*/ 0 w 6522470"/>
              <a:gd name="connsiteY2-226" fmla="*/ 1513994 h 5305778"/>
              <a:gd name="connsiteX3-227" fmla="*/ 53068 w 6522470"/>
              <a:gd name="connsiteY3-228" fmla="*/ 1965807 h 5305778"/>
              <a:gd name="connsiteX4-229" fmla="*/ 1149803 w 6522470"/>
              <a:gd name="connsiteY4-230" fmla="*/ 1952209 h 5305778"/>
              <a:gd name="connsiteX5-231" fmla="*/ 1162504 w 6522470"/>
              <a:gd name="connsiteY5-232" fmla="*/ 2589902 h 5305778"/>
              <a:gd name="connsiteX6-233" fmla="*/ 2220572 w 6522470"/>
              <a:gd name="connsiteY6-234" fmla="*/ 2589902 h 5305778"/>
              <a:gd name="connsiteX7-235" fmla="*/ 1244373 w 6522470"/>
              <a:gd name="connsiteY7-236" fmla="*/ 5304880 h 5305778"/>
              <a:gd name="connsiteX8-237" fmla="*/ 6497071 w 6522470"/>
              <a:gd name="connsiteY8-238" fmla="*/ 5305778 h 5305778"/>
              <a:gd name="connsiteX9-239" fmla="*/ 6522470 w 6522470"/>
              <a:gd name="connsiteY9-240" fmla="*/ 0 h 5305778"/>
              <a:gd name="connsiteX10-241" fmla="*/ 3134972 w 6522470"/>
              <a:gd name="connsiteY10-242" fmla="*/ 28094 h 5305778"/>
              <a:gd name="connsiteX0-243" fmla="*/ 3081904 w 6469402"/>
              <a:gd name="connsiteY0-244" fmla="*/ 28094 h 5305778"/>
              <a:gd name="connsiteX1-245" fmla="*/ 2207532 w 6469402"/>
              <a:gd name="connsiteY1-246" fmla="*/ 1513994 h 5305778"/>
              <a:gd name="connsiteX2-247" fmla="*/ 13267 w 6469402"/>
              <a:gd name="connsiteY2-248" fmla="*/ 1595581 h 5305778"/>
              <a:gd name="connsiteX3-249" fmla="*/ 0 w 6469402"/>
              <a:gd name="connsiteY3-250" fmla="*/ 1965807 h 5305778"/>
              <a:gd name="connsiteX4-251" fmla="*/ 1096735 w 6469402"/>
              <a:gd name="connsiteY4-252" fmla="*/ 1952209 h 5305778"/>
              <a:gd name="connsiteX5-253" fmla="*/ 1109436 w 6469402"/>
              <a:gd name="connsiteY5-254" fmla="*/ 2589902 h 5305778"/>
              <a:gd name="connsiteX6-255" fmla="*/ 2167504 w 6469402"/>
              <a:gd name="connsiteY6-256" fmla="*/ 2589902 h 5305778"/>
              <a:gd name="connsiteX7-257" fmla="*/ 1191305 w 6469402"/>
              <a:gd name="connsiteY7-258" fmla="*/ 5304880 h 5305778"/>
              <a:gd name="connsiteX8-259" fmla="*/ 6444003 w 6469402"/>
              <a:gd name="connsiteY8-260" fmla="*/ 5305778 h 5305778"/>
              <a:gd name="connsiteX9-261" fmla="*/ 6469402 w 6469402"/>
              <a:gd name="connsiteY9-262" fmla="*/ 0 h 5305778"/>
              <a:gd name="connsiteX10-263" fmla="*/ 3081904 w 6469402"/>
              <a:gd name="connsiteY10-264" fmla="*/ 28094 h 5305778"/>
              <a:gd name="connsiteX0-265" fmla="*/ 3081904 w 6469402"/>
              <a:gd name="connsiteY0-266" fmla="*/ 28094 h 5305778"/>
              <a:gd name="connsiteX1-267" fmla="*/ 2366736 w 6469402"/>
              <a:gd name="connsiteY1-268" fmla="*/ 1622777 h 5305778"/>
              <a:gd name="connsiteX2-269" fmla="*/ 13267 w 6469402"/>
              <a:gd name="connsiteY2-270" fmla="*/ 1595581 h 5305778"/>
              <a:gd name="connsiteX3-271" fmla="*/ 0 w 6469402"/>
              <a:gd name="connsiteY3-272" fmla="*/ 1965807 h 5305778"/>
              <a:gd name="connsiteX4-273" fmla="*/ 1096735 w 6469402"/>
              <a:gd name="connsiteY4-274" fmla="*/ 1952209 h 5305778"/>
              <a:gd name="connsiteX5-275" fmla="*/ 1109436 w 6469402"/>
              <a:gd name="connsiteY5-276" fmla="*/ 2589902 h 5305778"/>
              <a:gd name="connsiteX6-277" fmla="*/ 2167504 w 6469402"/>
              <a:gd name="connsiteY6-278" fmla="*/ 2589902 h 5305778"/>
              <a:gd name="connsiteX7-279" fmla="*/ 1191305 w 6469402"/>
              <a:gd name="connsiteY7-280" fmla="*/ 5304880 h 5305778"/>
              <a:gd name="connsiteX8-281" fmla="*/ 6444003 w 6469402"/>
              <a:gd name="connsiteY8-282" fmla="*/ 5305778 h 5305778"/>
              <a:gd name="connsiteX9-283" fmla="*/ 6469402 w 6469402"/>
              <a:gd name="connsiteY9-284" fmla="*/ 0 h 5305778"/>
              <a:gd name="connsiteX10-285" fmla="*/ 3081904 w 6469402"/>
              <a:gd name="connsiteY10-286" fmla="*/ 28094 h 5305778"/>
              <a:gd name="connsiteX0-287" fmla="*/ 3042103 w 6469402"/>
              <a:gd name="connsiteY0-288" fmla="*/ 898 h 5305778"/>
              <a:gd name="connsiteX1-289" fmla="*/ 2366736 w 6469402"/>
              <a:gd name="connsiteY1-290" fmla="*/ 1622777 h 5305778"/>
              <a:gd name="connsiteX2-291" fmla="*/ 13267 w 6469402"/>
              <a:gd name="connsiteY2-292" fmla="*/ 1595581 h 5305778"/>
              <a:gd name="connsiteX3-293" fmla="*/ 0 w 6469402"/>
              <a:gd name="connsiteY3-294" fmla="*/ 1965807 h 5305778"/>
              <a:gd name="connsiteX4-295" fmla="*/ 1096735 w 6469402"/>
              <a:gd name="connsiteY4-296" fmla="*/ 1952209 h 5305778"/>
              <a:gd name="connsiteX5-297" fmla="*/ 1109436 w 6469402"/>
              <a:gd name="connsiteY5-298" fmla="*/ 2589902 h 5305778"/>
              <a:gd name="connsiteX6-299" fmla="*/ 2167504 w 6469402"/>
              <a:gd name="connsiteY6-300" fmla="*/ 2589902 h 5305778"/>
              <a:gd name="connsiteX7-301" fmla="*/ 1191305 w 6469402"/>
              <a:gd name="connsiteY7-302" fmla="*/ 5304880 h 5305778"/>
              <a:gd name="connsiteX8-303" fmla="*/ 6444003 w 6469402"/>
              <a:gd name="connsiteY8-304" fmla="*/ 5305778 h 5305778"/>
              <a:gd name="connsiteX9-305" fmla="*/ 6469402 w 6469402"/>
              <a:gd name="connsiteY9-306" fmla="*/ 0 h 5305778"/>
              <a:gd name="connsiteX10-307" fmla="*/ 3042103 w 6469402"/>
              <a:gd name="connsiteY10-308" fmla="*/ 898 h 5305778"/>
              <a:gd name="connsiteX0-309" fmla="*/ 3042103 w 6469402"/>
              <a:gd name="connsiteY0-310" fmla="*/ 898 h 5305778"/>
              <a:gd name="connsiteX1-311" fmla="*/ 2400057 w 6469402"/>
              <a:gd name="connsiteY1-312" fmla="*/ 1577239 h 5305778"/>
              <a:gd name="connsiteX2-313" fmla="*/ 13267 w 6469402"/>
              <a:gd name="connsiteY2-314" fmla="*/ 1595581 h 5305778"/>
              <a:gd name="connsiteX3-315" fmla="*/ 0 w 6469402"/>
              <a:gd name="connsiteY3-316" fmla="*/ 1965807 h 5305778"/>
              <a:gd name="connsiteX4-317" fmla="*/ 1096735 w 6469402"/>
              <a:gd name="connsiteY4-318" fmla="*/ 1952209 h 5305778"/>
              <a:gd name="connsiteX5-319" fmla="*/ 1109436 w 6469402"/>
              <a:gd name="connsiteY5-320" fmla="*/ 2589902 h 5305778"/>
              <a:gd name="connsiteX6-321" fmla="*/ 2167504 w 6469402"/>
              <a:gd name="connsiteY6-322" fmla="*/ 2589902 h 5305778"/>
              <a:gd name="connsiteX7-323" fmla="*/ 1191305 w 6469402"/>
              <a:gd name="connsiteY7-324" fmla="*/ 5304880 h 5305778"/>
              <a:gd name="connsiteX8-325" fmla="*/ 6444003 w 6469402"/>
              <a:gd name="connsiteY8-326" fmla="*/ 5305778 h 5305778"/>
              <a:gd name="connsiteX9-327" fmla="*/ 6469402 w 6469402"/>
              <a:gd name="connsiteY9-328" fmla="*/ 0 h 5305778"/>
              <a:gd name="connsiteX10-329" fmla="*/ 3042103 w 6469402"/>
              <a:gd name="connsiteY10-330" fmla="*/ 898 h 5305778"/>
              <a:gd name="connsiteX0-331" fmla="*/ 3051050 w 6478349"/>
              <a:gd name="connsiteY0-332" fmla="*/ 898 h 5305778"/>
              <a:gd name="connsiteX1-333" fmla="*/ 2409004 w 6478349"/>
              <a:gd name="connsiteY1-334" fmla="*/ 1577239 h 5305778"/>
              <a:gd name="connsiteX2-335" fmla="*/ 0 w 6478349"/>
              <a:gd name="connsiteY2-336" fmla="*/ 1595581 h 5305778"/>
              <a:gd name="connsiteX3-337" fmla="*/ 8947 w 6478349"/>
              <a:gd name="connsiteY3-338" fmla="*/ 1965807 h 5305778"/>
              <a:gd name="connsiteX4-339" fmla="*/ 1105682 w 6478349"/>
              <a:gd name="connsiteY4-340" fmla="*/ 1952209 h 5305778"/>
              <a:gd name="connsiteX5-341" fmla="*/ 1118383 w 6478349"/>
              <a:gd name="connsiteY5-342" fmla="*/ 2589902 h 5305778"/>
              <a:gd name="connsiteX6-343" fmla="*/ 2176451 w 6478349"/>
              <a:gd name="connsiteY6-344" fmla="*/ 2589902 h 5305778"/>
              <a:gd name="connsiteX7-345" fmla="*/ 1200252 w 6478349"/>
              <a:gd name="connsiteY7-346" fmla="*/ 5304880 h 5305778"/>
              <a:gd name="connsiteX8-347" fmla="*/ 6452950 w 6478349"/>
              <a:gd name="connsiteY8-348" fmla="*/ 5305778 h 5305778"/>
              <a:gd name="connsiteX9-349" fmla="*/ 6478349 w 6478349"/>
              <a:gd name="connsiteY9-350" fmla="*/ 0 h 5305778"/>
              <a:gd name="connsiteX10-351" fmla="*/ 3051050 w 6478349"/>
              <a:gd name="connsiteY10-352" fmla="*/ 898 h 5305778"/>
              <a:gd name="connsiteX0-353" fmla="*/ 3051050 w 6478349"/>
              <a:gd name="connsiteY0-354" fmla="*/ 898 h 5305778"/>
              <a:gd name="connsiteX1-355" fmla="*/ 2409004 w 6478349"/>
              <a:gd name="connsiteY1-356" fmla="*/ 1577239 h 5305778"/>
              <a:gd name="connsiteX2-357" fmla="*/ 0 w 6478349"/>
              <a:gd name="connsiteY2-358" fmla="*/ 1595581 h 5305778"/>
              <a:gd name="connsiteX3-359" fmla="*/ 8947 w 6478349"/>
              <a:gd name="connsiteY3-360" fmla="*/ 1999960 h 5305778"/>
              <a:gd name="connsiteX4-361" fmla="*/ 1105682 w 6478349"/>
              <a:gd name="connsiteY4-362" fmla="*/ 1952209 h 5305778"/>
              <a:gd name="connsiteX5-363" fmla="*/ 1118383 w 6478349"/>
              <a:gd name="connsiteY5-364" fmla="*/ 2589902 h 5305778"/>
              <a:gd name="connsiteX6-365" fmla="*/ 2176451 w 6478349"/>
              <a:gd name="connsiteY6-366" fmla="*/ 2589902 h 5305778"/>
              <a:gd name="connsiteX7-367" fmla="*/ 1200252 w 6478349"/>
              <a:gd name="connsiteY7-368" fmla="*/ 5304880 h 5305778"/>
              <a:gd name="connsiteX8-369" fmla="*/ 6452950 w 6478349"/>
              <a:gd name="connsiteY8-370" fmla="*/ 5305778 h 5305778"/>
              <a:gd name="connsiteX9-371" fmla="*/ 6478349 w 6478349"/>
              <a:gd name="connsiteY9-372" fmla="*/ 0 h 5305778"/>
              <a:gd name="connsiteX10-373" fmla="*/ 3051050 w 6478349"/>
              <a:gd name="connsiteY10-374" fmla="*/ 898 h 5305778"/>
              <a:gd name="connsiteX0-375" fmla="*/ 3051050 w 6478349"/>
              <a:gd name="connsiteY0-376" fmla="*/ 898 h 5305778"/>
              <a:gd name="connsiteX1-377" fmla="*/ 2409004 w 6478349"/>
              <a:gd name="connsiteY1-378" fmla="*/ 1577239 h 5305778"/>
              <a:gd name="connsiteX2-379" fmla="*/ 0 w 6478349"/>
              <a:gd name="connsiteY2-380" fmla="*/ 1595581 h 5305778"/>
              <a:gd name="connsiteX3-381" fmla="*/ 8947 w 6478349"/>
              <a:gd name="connsiteY3-382" fmla="*/ 1999960 h 5305778"/>
              <a:gd name="connsiteX4-383" fmla="*/ 1116789 w 6478349"/>
              <a:gd name="connsiteY4-384" fmla="*/ 1974977 h 5305778"/>
              <a:gd name="connsiteX5-385" fmla="*/ 1118383 w 6478349"/>
              <a:gd name="connsiteY5-386" fmla="*/ 2589902 h 5305778"/>
              <a:gd name="connsiteX6-387" fmla="*/ 2176451 w 6478349"/>
              <a:gd name="connsiteY6-388" fmla="*/ 2589902 h 5305778"/>
              <a:gd name="connsiteX7-389" fmla="*/ 1200252 w 6478349"/>
              <a:gd name="connsiteY7-390" fmla="*/ 5304880 h 5305778"/>
              <a:gd name="connsiteX8-391" fmla="*/ 6452950 w 6478349"/>
              <a:gd name="connsiteY8-392" fmla="*/ 5305778 h 5305778"/>
              <a:gd name="connsiteX9-393" fmla="*/ 6478349 w 6478349"/>
              <a:gd name="connsiteY9-394" fmla="*/ 0 h 5305778"/>
              <a:gd name="connsiteX10-395" fmla="*/ 3051050 w 6478349"/>
              <a:gd name="connsiteY10-396" fmla="*/ 898 h 5305778"/>
              <a:gd name="connsiteX0-397" fmla="*/ 3051050 w 6478349"/>
              <a:gd name="connsiteY0-398" fmla="*/ 898 h 5305778"/>
              <a:gd name="connsiteX1-399" fmla="*/ 2409004 w 6478349"/>
              <a:gd name="connsiteY1-400" fmla="*/ 1577239 h 5305778"/>
              <a:gd name="connsiteX2-401" fmla="*/ 0 w 6478349"/>
              <a:gd name="connsiteY2-402" fmla="*/ 1595581 h 5305778"/>
              <a:gd name="connsiteX3-403" fmla="*/ 8947 w 6478349"/>
              <a:gd name="connsiteY3-404" fmla="*/ 1999960 h 5305778"/>
              <a:gd name="connsiteX4-405" fmla="*/ 1116789 w 6478349"/>
              <a:gd name="connsiteY4-406" fmla="*/ 1974977 h 5305778"/>
              <a:gd name="connsiteX5-407" fmla="*/ 1118383 w 6478349"/>
              <a:gd name="connsiteY5-408" fmla="*/ 2612671 h 5305778"/>
              <a:gd name="connsiteX6-409" fmla="*/ 2176451 w 6478349"/>
              <a:gd name="connsiteY6-410" fmla="*/ 2589902 h 5305778"/>
              <a:gd name="connsiteX7-411" fmla="*/ 1200252 w 6478349"/>
              <a:gd name="connsiteY7-412" fmla="*/ 5304880 h 5305778"/>
              <a:gd name="connsiteX8-413" fmla="*/ 6452950 w 6478349"/>
              <a:gd name="connsiteY8-414" fmla="*/ 5305778 h 5305778"/>
              <a:gd name="connsiteX9-415" fmla="*/ 6478349 w 6478349"/>
              <a:gd name="connsiteY9-416" fmla="*/ 0 h 5305778"/>
              <a:gd name="connsiteX10-417" fmla="*/ 3051050 w 6478349"/>
              <a:gd name="connsiteY10-418" fmla="*/ 898 h 5305778"/>
              <a:gd name="connsiteX0-419" fmla="*/ 3051050 w 6478349"/>
              <a:gd name="connsiteY0-420" fmla="*/ 898 h 5305778"/>
              <a:gd name="connsiteX1-421" fmla="*/ 2409004 w 6478349"/>
              <a:gd name="connsiteY1-422" fmla="*/ 1577239 h 5305778"/>
              <a:gd name="connsiteX2-423" fmla="*/ 0 w 6478349"/>
              <a:gd name="connsiteY2-424" fmla="*/ 1595581 h 5305778"/>
              <a:gd name="connsiteX3-425" fmla="*/ 8947 w 6478349"/>
              <a:gd name="connsiteY3-426" fmla="*/ 1999960 h 5305778"/>
              <a:gd name="connsiteX4-427" fmla="*/ 1116789 w 6478349"/>
              <a:gd name="connsiteY4-428" fmla="*/ 1974977 h 5305778"/>
              <a:gd name="connsiteX5-429" fmla="*/ 1118383 w 6478349"/>
              <a:gd name="connsiteY5-430" fmla="*/ 2612671 h 5305778"/>
              <a:gd name="connsiteX6-431" fmla="*/ 2176451 w 6478349"/>
              <a:gd name="connsiteY6-432" fmla="*/ 2624054 h 5305778"/>
              <a:gd name="connsiteX7-433" fmla="*/ 1200252 w 6478349"/>
              <a:gd name="connsiteY7-434" fmla="*/ 5304880 h 5305778"/>
              <a:gd name="connsiteX8-435" fmla="*/ 6452950 w 6478349"/>
              <a:gd name="connsiteY8-436" fmla="*/ 5305778 h 5305778"/>
              <a:gd name="connsiteX9-437" fmla="*/ 6478349 w 6478349"/>
              <a:gd name="connsiteY9-438" fmla="*/ 0 h 5305778"/>
              <a:gd name="connsiteX10-439" fmla="*/ 3051050 w 6478349"/>
              <a:gd name="connsiteY10-440" fmla="*/ 898 h 5305778"/>
              <a:gd name="connsiteX0-441" fmla="*/ 3051050 w 6478349"/>
              <a:gd name="connsiteY0-442" fmla="*/ 898 h 5305778"/>
              <a:gd name="connsiteX1-443" fmla="*/ 2409004 w 6478349"/>
              <a:gd name="connsiteY1-444" fmla="*/ 1577239 h 5305778"/>
              <a:gd name="connsiteX2-445" fmla="*/ 0 w 6478349"/>
              <a:gd name="connsiteY2-446" fmla="*/ 1595581 h 5305778"/>
              <a:gd name="connsiteX3-447" fmla="*/ 8947 w 6478349"/>
              <a:gd name="connsiteY3-448" fmla="*/ 1999960 h 5305778"/>
              <a:gd name="connsiteX4-449" fmla="*/ 1116789 w 6478349"/>
              <a:gd name="connsiteY4-450" fmla="*/ 1974977 h 5305778"/>
              <a:gd name="connsiteX5-451" fmla="*/ 1118383 w 6478349"/>
              <a:gd name="connsiteY5-452" fmla="*/ 2612671 h 5305778"/>
              <a:gd name="connsiteX6-453" fmla="*/ 2165344 w 6478349"/>
              <a:gd name="connsiteY6-454" fmla="*/ 2601286 h 5305778"/>
              <a:gd name="connsiteX7-455" fmla="*/ 1200252 w 6478349"/>
              <a:gd name="connsiteY7-456" fmla="*/ 5304880 h 5305778"/>
              <a:gd name="connsiteX8-457" fmla="*/ 6452950 w 6478349"/>
              <a:gd name="connsiteY8-458" fmla="*/ 5305778 h 5305778"/>
              <a:gd name="connsiteX9-459" fmla="*/ 6478349 w 6478349"/>
              <a:gd name="connsiteY9-460" fmla="*/ 0 h 5305778"/>
              <a:gd name="connsiteX10-461" fmla="*/ 3051050 w 6478349"/>
              <a:gd name="connsiteY10-462" fmla="*/ 898 h 5305778"/>
              <a:gd name="connsiteX0-463" fmla="*/ 3051050 w 6478349"/>
              <a:gd name="connsiteY0-464" fmla="*/ 898 h 5305778"/>
              <a:gd name="connsiteX1-465" fmla="*/ 2409004 w 6478349"/>
              <a:gd name="connsiteY1-466" fmla="*/ 1577239 h 5305778"/>
              <a:gd name="connsiteX2-467" fmla="*/ 0 w 6478349"/>
              <a:gd name="connsiteY2-468" fmla="*/ 1595581 h 5305778"/>
              <a:gd name="connsiteX3-469" fmla="*/ 8947 w 6478349"/>
              <a:gd name="connsiteY3-470" fmla="*/ 1999960 h 5305778"/>
              <a:gd name="connsiteX4-471" fmla="*/ 1116789 w 6478349"/>
              <a:gd name="connsiteY4-472" fmla="*/ 1974977 h 5305778"/>
              <a:gd name="connsiteX5-473" fmla="*/ 1118383 w 6478349"/>
              <a:gd name="connsiteY5-474" fmla="*/ 2612671 h 5305778"/>
              <a:gd name="connsiteX6-475" fmla="*/ 2176452 w 6478349"/>
              <a:gd name="connsiteY6-476" fmla="*/ 2612670 h 5305778"/>
              <a:gd name="connsiteX7-477" fmla="*/ 1200252 w 6478349"/>
              <a:gd name="connsiteY7-478" fmla="*/ 5304880 h 5305778"/>
              <a:gd name="connsiteX8-479" fmla="*/ 6452950 w 6478349"/>
              <a:gd name="connsiteY8-480" fmla="*/ 5305778 h 5305778"/>
              <a:gd name="connsiteX9-481" fmla="*/ 6478349 w 6478349"/>
              <a:gd name="connsiteY9-482" fmla="*/ 0 h 5305778"/>
              <a:gd name="connsiteX10-483" fmla="*/ 3051050 w 6478349"/>
              <a:gd name="connsiteY10-484" fmla="*/ 898 h 5305778"/>
              <a:gd name="connsiteX0-485" fmla="*/ 3051050 w 6500563"/>
              <a:gd name="connsiteY0-486" fmla="*/ 898 h 5305778"/>
              <a:gd name="connsiteX1-487" fmla="*/ 2409004 w 6500563"/>
              <a:gd name="connsiteY1-488" fmla="*/ 1577239 h 5305778"/>
              <a:gd name="connsiteX2-489" fmla="*/ 0 w 6500563"/>
              <a:gd name="connsiteY2-490" fmla="*/ 1595581 h 5305778"/>
              <a:gd name="connsiteX3-491" fmla="*/ 8947 w 6500563"/>
              <a:gd name="connsiteY3-492" fmla="*/ 1999960 h 5305778"/>
              <a:gd name="connsiteX4-493" fmla="*/ 1116789 w 6500563"/>
              <a:gd name="connsiteY4-494" fmla="*/ 1974977 h 5305778"/>
              <a:gd name="connsiteX5-495" fmla="*/ 1118383 w 6500563"/>
              <a:gd name="connsiteY5-496" fmla="*/ 2612671 h 5305778"/>
              <a:gd name="connsiteX6-497" fmla="*/ 2176452 w 6500563"/>
              <a:gd name="connsiteY6-498" fmla="*/ 2612670 h 5305778"/>
              <a:gd name="connsiteX7-499" fmla="*/ 1200252 w 6500563"/>
              <a:gd name="connsiteY7-500" fmla="*/ 5304880 h 5305778"/>
              <a:gd name="connsiteX8-501" fmla="*/ 6452950 w 6500563"/>
              <a:gd name="connsiteY8-502" fmla="*/ 5305778 h 5305778"/>
              <a:gd name="connsiteX9-503" fmla="*/ 6500563 w 6500563"/>
              <a:gd name="connsiteY9-504" fmla="*/ 0 h 5305778"/>
              <a:gd name="connsiteX10-505" fmla="*/ 3051050 w 6500563"/>
              <a:gd name="connsiteY10-506" fmla="*/ 898 h 5305778"/>
              <a:gd name="connsiteX0-507" fmla="*/ 3051050 w 6489456"/>
              <a:gd name="connsiteY0-508" fmla="*/ 898 h 5305778"/>
              <a:gd name="connsiteX1-509" fmla="*/ 2409004 w 6489456"/>
              <a:gd name="connsiteY1-510" fmla="*/ 1577239 h 5305778"/>
              <a:gd name="connsiteX2-511" fmla="*/ 0 w 6489456"/>
              <a:gd name="connsiteY2-512" fmla="*/ 1595581 h 5305778"/>
              <a:gd name="connsiteX3-513" fmla="*/ 8947 w 6489456"/>
              <a:gd name="connsiteY3-514" fmla="*/ 1999960 h 5305778"/>
              <a:gd name="connsiteX4-515" fmla="*/ 1116789 w 6489456"/>
              <a:gd name="connsiteY4-516" fmla="*/ 1974977 h 5305778"/>
              <a:gd name="connsiteX5-517" fmla="*/ 1118383 w 6489456"/>
              <a:gd name="connsiteY5-518" fmla="*/ 2612671 h 5305778"/>
              <a:gd name="connsiteX6-519" fmla="*/ 2176452 w 6489456"/>
              <a:gd name="connsiteY6-520" fmla="*/ 2612670 h 5305778"/>
              <a:gd name="connsiteX7-521" fmla="*/ 1200252 w 6489456"/>
              <a:gd name="connsiteY7-522" fmla="*/ 5304880 h 5305778"/>
              <a:gd name="connsiteX8-523" fmla="*/ 6452950 w 6489456"/>
              <a:gd name="connsiteY8-524" fmla="*/ 5305778 h 5305778"/>
              <a:gd name="connsiteX9-525" fmla="*/ 6489456 w 6489456"/>
              <a:gd name="connsiteY9-526" fmla="*/ 0 h 5305778"/>
              <a:gd name="connsiteX10-527" fmla="*/ 3051050 w 6489456"/>
              <a:gd name="connsiteY10-528" fmla="*/ 898 h 5305778"/>
              <a:gd name="connsiteX0-529" fmla="*/ 3051050 w 6489456"/>
              <a:gd name="connsiteY0-530" fmla="*/ 898 h 5305778"/>
              <a:gd name="connsiteX1-531" fmla="*/ 2409004 w 6489456"/>
              <a:gd name="connsiteY1-532" fmla="*/ 1577239 h 5305778"/>
              <a:gd name="connsiteX2-533" fmla="*/ 0 w 6489456"/>
              <a:gd name="connsiteY2-534" fmla="*/ 1595581 h 5305778"/>
              <a:gd name="connsiteX3-535" fmla="*/ 8947 w 6489456"/>
              <a:gd name="connsiteY3-536" fmla="*/ 1999960 h 5305778"/>
              <a:gd name="connsiteX4-537" fmla="*/ 1116789 w 6489456"/>
              <a:gd name="connsiteY4-538" fmla="*/ 2009131 h 5305778"/>
              <a:gd name="connsiteX5-539" fmla="*/ 1118383 w 6489456"/>
              <a:gd name="connsiteY5-540" fmla="*/ 2612671 h 5305778"/>
              <a:gd name="connsiteX6-541" fmla="*/ 2176452 w 6489456"/>
              <a:gd name="connsiteY6-542" fmla="*/ 2612670 h 5305778"/>
              <a:gd name="connsiteX7-543" fmla="*/ 1200252 w 6489456"/>
              <a:gd name="connsiteY7-544" fmla="*/ 5304880 h 5305778"/>
              <a:gd name="connsiteX8-545" fmla="*/ 6452950 w 6489456"/>
              <a:gd name="connsiteY8-546" fmla="*/ 5305778 h 5305778"/>
              <a:gd name="connsiteX9-547" fmla="*/ 6489456 w 6489456"/>
              <a:gd name="connsiteY9-548" fmla="*/ 0 h 5305778"/>
              <a:gd name="connsiteX10-549" fmla="*/ 3051050 w 6489456"/>
              <a:gd name="connsiteY10-550" fmla="*/ 898 h 5305778"/>
              <a:gd name="connsiteX0-551" fmla="*/ 3062157 w 6500563"/>
              <a:gd name="connsiteY0-552" fmla="*/ 898 h 5305778"/>
              <a:gd name="connsiteX1-553" fmla="*/ 2420111 w 6500563"/>
              <a:gd name="connsiteY1-554" fmla="*/ 1577239 h 5305778"/>
              <a:gd name="connsiteX2-555" fmla="*/ 0 w 6500563"/>
              <a:gd name="connsiteY2-556" fmla="*/ 1572813 h 5305778"/>
              <a:gd name="connsiteX3-557" fmla="*/ 20054 w 6500563"/>
              <a:gd name="connsiteY3-558" fmla="*/ 1999960 h 5305778"/>
              <a:gd name="connsiteX4-559" fmla="*/ 1127896 w 6500563"/>
              <a:gd name="connsiteY4-560" fmla="*/ 2009131 h 5305778"/>
              <a:gd name="connsiteX5-561" fmla="*/ 1129490 w 6500563"/>
              <a:gd name="connsiteY5-562" fmla="*/ 2612671 h 5305778"/>
              <a:gd name="connsiteX6-563" fmla="*/ 2187559 w 6500563"/>
              <a:gd name="connsiteY6-564" fmla="*/ 2612670 h 5305778"/>
              <a:gd name="connsiteX7-565" fmla="*/ 1211359 w 6500563"/>
              <a:gd name="connsiteY7-566" fmla="*/ 5304880 h 5305778"/>
              <a:gd name="connsiteX8-567" fmla="*/ 6464057 w 6500563"/>
              <a:gd name="connsiteY8-568" fmla="*/ 5305778 h 5305778"/>
              <a:gd name="connsiteX9-569" fmla="*/ 6500563 w 6500563"/>
              <a:gd name="connsiteY9-570" fmla="*/ 0 h 5305778"/>
              <a:gd name="connsiteX10-571" fmla="*/ 3062157 w 6500563"/>
              <a:gd name="connsiteY10-572" fmla="*/ 898 h 5305778"/>
              <a:gd name="connsiteX0-573" fmla="*/ 3062157 w 6500563"/>
              <a:gd name="connsiteY0-574" fmla="*/ 898 h 5316264"/>
              <a:gd name="connsiteX1-575" fmla="*/ 2420111 w 6500563"/>
              <a:gd name="connsiteY1-576" fmla="*/ 1577239 h 5316264"/>
              <a:gd name="connsiteX2-577" fmla="*/ 0 w 6500563"/>
              <a:gd name="connsiteY2-578" fmla="*/ 1572813 h 5316264"/>
              <a:gd name="connsiteX3-579" fmla="*/ 20054 w 6500563"/>
              <a:gd name="connsiteY3-580" fmla="*/ 1999960 h 5316264"/>
              <a:gd name="connsiteX4-581" fmla="*/ 1127896 w 6500563"/>
              <a:gd name="connsiteY4-582" fmla="*/ 2009131 h 5316264"/>
              <a:gd name="connsiteX5-583" fmla="*/ 1129490 w 6500563"/>
              <a:gd name="connsiteY5-584" fmla="*/ 2612671 h 5316264"/>
              <a:gd name="connsiteX6-585" fmla="*/ 2187559 w 6500563"/>
              <a:gd name="connsiteY6-586" fmla="*/ 2612670 h 5316264"/>
              <a:gd name="connsiteX7-587" fmla="*/ 1133608 w 6500563"/>
              <a:gd name="connsiteY7-588" fmla="*/ 5316264 h 5316264"/>
              <a:gd name="connsiteX8-589" fmla="*/ 6464057 w 6500563"/>
              <a:gd name="connsiteY8-590" fmla="*/ 5305778 h 5316264"/>
              <a:gd name="connsiteX9-591" fmla="*/ 6500563 w 6500563"/>
              <a:gd name="connsiteY9-592" fmla="*/ 0 h 5316264"/>
              <a:gd name="connsiteX10-593" fmla="*/ 3062157 w 6500563"/>
              <a:gd name="connsiteY10-594" fmla="*/ 898 h 5316264"/>
              <a:gd name="connsiteX0-595" fmla="*/ 3062157 w 6500563"/>
              <a:gd name="connsiteY0-596" fmla="*/ 898 h 5316264"/>
              <a:gd name="connsiteX1-597" fmla="*/ 2420111 w 6500563"/>
              <a:gd name="connsiteY1-598" fmla="*/ 1577239 h 5316264"/>
              <a:gd name="connsiteX2-599" fmla="*/ 0 w 6500563"/>
              <a:gd name="connsiteY2-600" fmla="*/ 1572813 h 5316264"/>
              <a:gd name="connsiteX3-601" fmla="*/ 20054 w 6500563"/>
              <a:gd name="connsiteY3-602" fmla="*/ 1999960 h 5316264"/>
              <a:gd name="connsiteX4-603" fmla="*/ 1127896 w 6500563"/>
              <a:gd name="connsiteY4-604" fmla="*/ 2009131 h 5316264"/>
              <a:gd name="connsiteX5-605" fmla="*/ 1129490 w 6500563"/>
              <a:gd name="connsiteY5-606" fmla="*/ 2612671 h 5316264"/>
              <a:gd name="connsiteX6-607" fmla="*/ 2187559 w 6500563"/>
              <a:gd name="connsiteY6-608" fmla="*/ 2612670 h 5316264"/>
              <a:gd name="connsiteX7-609" fmla="*/ 1133608 w 6500563"/>
              <a:gd name="connsiteY7-610" fmla="*/ 5316264 h 5316264"/>
              <a:gd name="connsiteX8-611" fmla="*/ 6441843 w 6500563"/>
              <a:gd name="connsiteY8-612" fmla="*/ 5305779 h 5316264"/>
              <a:gd name="connsiteX9-613" fmla="*/ 6500563 w 6500563"/>
              <a:gd name="connsiteY9-614" fmla="*/ 0 h 5316264"/>
              <a:gd name="connsiteX10-615" fmla="*/ 3062157 w 6500563"/>
              <a:gd name="connsiteY10-616" fmla="*/ 898 h 5316264"/>
              <a:gd name="connsiteX0-617" fmla="*/ 3062157 w 6500563"/>
              <a:gd name="connsiteY0-618" fmla="*/ 898 h 5328548"/>
              <a:gd name="connsiteX1-619" fmla="*/ 2420111 w 6500563"/>
              <a:gd name="connsiteY1-620" fmla="*/ 1577239 h 5328548"/>
              <a:gd name="connsiteX2-621" fmla="*/ 0 w 6500563"/>
              <a:gd name="connsiteY2-622" fmla="*/ 1572813 h 5328548"/>
              <a:gd name="connsiteX3-623" fmla="*/ 20054 w 6500563"/>
              <a:gd name="connsiteY3-624" fmla="*/ 1999960 h 5328548"/>
              <a:gd name="connsiteX4-625" fmla="*/ 1127896 w 6500563"/>
              <a:gd name="connsiteY4-626" fmla="*/ 2009131 h 5328548"/>
              <a:gd name="connsiteX5-627" fmla="*/ 1129490 w 6500563"/>
              <a:gd name="connsiteY5-628" fmla="*/ 2612671 h 5328548"/>
              <a:gd name="connsiteX6-629" fmla="*/ 2187559 w 6500563"/>
              <a:gd name="connsiteY6-630" fmla="*/ 2612670 h 5328548"/>
              <a:gd name="connsiteX7-631" fmla="*/ 1133608 w 6500563"/>
              <a:gd name="connsiteY7-632" fmla="*/ 5316264 h 5328548"/>
              <a:gd name="connsiteX8-633" fmla="*/ 6452949 w 6500563"/>
              <a:gd name="connsiteY8-634" fmla="*/ 5328548 h 5328548"/>
              <a:gd name="connsiteX9-635" fmla="*/ 6500563 w 6500563"/>
              <a:gd name="connsiteY9-636" fmla="*/ 0 h 5328548"/>
              <a:gd name="connsiteX10-637" fmla="*/ 3062157 w 6500563"/>
              <a:gd name="connsiteY10-638" fmla="*/ 898 h 5328548"/>
              <a:gd name="connsiteX0-639" fmla="*/ 3062157 w 6500563"/>
              <a:gd name="connsiteY0-640" fmla="*/ 898 h 5328548"/>
              <a:gd name="connsiteX1-641" fmla="*/ 2420111 w 6500563"/>
              <a:gd name="connsiteY1-642" fmla="*/ 1577239 h 5328548"/>
              <a:gd name="connsiteX2-643" fmla="*/ 0 w 6500563"/>
              <a:gd name="connsiteY2-644" fmla="*/ 1572813 h 5328548"/>
              <a:gd name="connsiteX3-645" fmla="*/ 20054 w 6500563"/>
              <a:gd name="connsiteY3-646" fmla="*/ 1999960 h 5328548"/>
              <a:gd name="connsiteX4-647" fmla="*/ 1127896 w 6500563"/>
              <a:gd name="connsiteY4-648" fmla="*/ 2009131 h 5328548"/>
              <a:gd name="connsiteX5-649" fmla="*/ 1129490 w 6500563"/>
              <a:gd name="connsiteY5-650" fmla="*/ 2612671 h 5328548"/>
              <a:gd name="connsiteX6-651" fmla="*/ 2187559 w 6500563"/>
              <a:gd name="connsiteY6-652" fmla="*/ 2612670 h 5328548"/>
              <a:gd name="connsiteX7-653" fmla="*/ 1133608 w 6500563"/>
              <a:gd name="connsiteY7-654" fmla="*/ 5316264 h 5328548"/>
              <a:gd name="connsiteX8-655" fmla="*/ 6486271 w 6500563"/>
              <a:gd name="connsiteY8-656" fmla="*/ 5328548 h 5328548"/>
              <a:gd name="connsiteX9-657" fmla="*/ 6500563 w 6500563"/>
              <a:gd name="connsiteY9-658" fmla="*/ 0 h 5328548"/>
              <a:gd name="connsiteX10-659" fmla="*/ 3062157 w 6500563"/>
              <a:gd name="connsiteY10-660" fmla="*/ 898 h 5328548"/>
              <a:gd name="connsiteX0-661" fmla="*/ 3062157 w 6500563"/>
              <a:gd name="connsiteY0-662" fmla="*/ 898 h 5328548"/>
              <a:gd name="connsiteX1-663" fmla="*/ 2420111 w 6500563"/>
              <a:gd name="connsiteY1-664" fmla="*/ 1577239 h 5328548"/>
              <a:gd name="connsiteX2-665" fmla="*/ 0 w 6500563"/>
              <a:gd name="connsiteY2-666" fmla="*/ 1572813 h 5328548"/>
              <a:gd name="connsiteX3-667" fmla="*/ 20054 w 6500563"/>
              <a:gd name="connsiteY3-668" fmla="*/ 1999960 h 5328548"/>
              <a:gd name="connsiteX4-669" fmla="*/ 1127896 w 6500563"/>
              <a:gd name="connsiteY4-670" fmla="*/ 2009131 h 5328548"/>
              <a:gd name="connsiteX5-671" fmla="*/ 1129490 w 6500563"/>
              <a:gd name="connsiteY5-672" fmla="*/ 2612671 h 5328548"/>
              <a:gd name="connsiteX6-673" fmla="*/ 2187559 w 6500563"/>
              <a:gd name="connsiteY6-674" fmla="*/ 2612670 h 5328548"/>
              <a:gd name="connsiteX7-675" fmla="*/ 1133608 w 6500563"/>
              <a:gd name="connsiteY7-676" fmla="*/ 5316264 h 5328548"/>
              <a:gd name="connsiteX8-677" fmla="*/ 6486271 w 6500563"/>
              <a:gd name="connsiteY8-678" fmla="*/ 5328548 h 5328548"/>
              <a:gd name="connsiteX9-679" fmla="*/ 6500563 w 6500563"/>
              <a:gd name="connsiteY9-680" fmla="*/ 0 h 5328548"/>
              <a:gd name="connsiteX10-681" fmla="*/ 3062157 w 6500563"/>
              <a:gd name="connsiteY10-682" fmla="*/ 898 h 5328548"/>
              <a:gd name="connsiteX0-683" fmla="*/ 3042103 w 6480509"/>
              <a:gd name="connsiteY0-684" fmla="*/ 898 h 5328548"/>
              <a:gd name="connsiteX1-685" fmla="*/ 2400057 w 6480509"/>
              <a:gd name="connsiteY1-686" fmla="*/ 1577239 h 5328548"/>
              <a:gd name="connsiteX2-687" fmla="*/ 24375 w 6480509"/>
              <a:gd name="connsiteY2-688" fmla="*/ 1572813 h 5328548"/>
              <a:gd name="connsiteX3-689" fmla="*/ 0 w 6480509"/>
              <a:gd name="connsiteY3-690" fmla="*/ 1999960 h 5328548"/>
              <a:gd name="connsiteX4-691" fmla="*/ 1107842 w 6480509"/>
              <a:gd name="connsiteY4-692" fmla="*/ 2009131 h 5328548"/>
              <a:gd name="connsiteX5-693" fmla="*/ 1109436 w 6480509"/>
              <a:gd name="connsiteY5-694" fmla="*/ 2612671 h 5328548"/>
              <a:gd name="connsiteX6-695" fmla="*/ 2167505 w 6480509"/>
              <a:gd name="connsiteY6-696" fmla="*/ 2612670 h 5328548"/>
              <a:gd name="connsiteX7-697" fmla="*/ 1113554 w 6480509"/>
              <a:gd name="connsiteY7-698" fmla="*/ 5316264 h 5328548"/>
              <a:gd name="connsiteX8-699" fmla="*/ 6466217 w 6480509"/>
              <a:gd name="connsiteY8-700" fmla="*/ 5328548 h 5328548"/>
              <a:gd name="connsiteX9-701" fmla="*/ 6480509 w 6480509"/>
              <a:gd name="connsiteY9-702" fmla="*/ 0 h 5328548"/>
              <a:gd name="connsiteX10-703" fmla="*/ 3042103 w 6480509"/>
              <a:gd name="connsiteY10-704" fmla="*/ 898 h 5328548"/>
              <a:gd name="connsiteX0-705" fmla="*/ 3017728 w 6456134"/>
              <a:gd name="connsiteY0-706" fmla="*/ 898 h 5328548"/>
              <a:gd name="connsiteX1-707" fmla="*/ 2375682 w 6456134"/>
              <a:gd name="connsiteY1-708" fmla="*/ 1577239 h 5328548"/>
              <a:gd name="connsiteX2-709" fmla="*/ 0 w 6456134"/>
              <a:gd name="connsiteY2-710" fmla="*/ 1572813 h 5328548"/>
              <a:gd name="connsiteX3-711" fmla="*/ 8947 w 6456134"/>
              <a:gd name="connsiteY3-712" fmla="*/ 1999960 h 5328548"/>
              <a:gd name="connsiteX4-713" fmla="*/ 1083467 w 6456134"/>
              <a:gd name="connsiteY4-714" fmla="*/ 2009131 h 5328548"/>
              <a:gd name="connsiteX5-715" fmla="*/ 1085061 w 6456134"/>
              <a:gd name="connsiteY5-716" fmla="*/ 2612671 h 5328548"/>
              <a:gd name="connsiteX6-717" fmla="*/ 2143130 w 6456134"/>
              <a:gd name="connsiteY6-718" fmla="*/ 2612670 h 5328548"/>
              <a:gd name="connsiteX7-719" fmla="*/ 1089179 w 6456134"/>
              <a:gd name="connsiteY7-720" fmla="*/ 5316264 h 5328548"/>
              <a:gd name="connsiteX8-721" fmla="*/ 6441842 w 6456134"/>
              <a:gd name="connsiteY8-722" fmla="*/ 5328548 h 5328548"/>
              <a:gd name="connsiteX9-723" fmla="*/ 6456134 w 6456134"/>
              <a:gd name="connsiteY9-724" fmla="*/ 0 h 5328548"/>
              <a:gd name="connsiteX10-725" fmla="*/ 3017728 w 6456134"/>
              <a:gd name="connsiteY10-726" fmla="*/ 898 h 532854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6456134" h="5328548">
                <a:moveTo>
                  <a:pt x="3017728" y="898"/>
                </a:moveTo>
                <a:lnTo>
                  <a:pt x="2375682" y="1577239"/>
                </a:lnTo>
                <a:lnTo>
                  <a:pt x="0" y="1572813"/>
                </a:lnTo>
                <a:lnTo>
                  <a:pt x="8947" y="1999960"/>
                </a:lnTo>
                <a:lnTo>
                  <a:pt x="1083467" y="2009131"/>
                </a:lnTo>
                <a:cubicBezTo>
                  <a:pt x="1083998" y="2214106"/>
                  <a:pt x="1084530" y="2407696"/>
                  <a:pt x="1085061" y="2612671"/>
                </a:cubicBezTo>
                <a:lnTo>
                  <a:pt x="2143130" y="2612670"/>
                </a:lnTo>
                <a:lnTo>
                  <a:pt x="1089179" y="5316264"/>
                </a:lnTo>
                <a:lnTo>
                  <a:pt x="6441842" y="5328548"/>
                </a:lnTo>
                <a:lnTo>
                  <a:pt x="6456134" y="0"/>
                </a:lnTo>
                <a:lnTo>
                  <a:pt x="3017728" y="898"/>
                </a:lnTo>
                <a:close/>
              </a:path>
            </a:pathLst>
          </a:custGeom>
          <a:noFill/>
          <a:ln w="12700"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梯形 5"/>
          <p:cNvSpPr/>
          <p:nvPr/>
        </p:nvSpPr>
        <p:spPr>
          <a:xfrm rot="19727813">
            <a:off x="-695842" y="201193"/>
            <a:ext cx="3264363" cy="566123"/>
          </a:xfrm>
          <a:prstGeom prst="trapezoid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梯形 6"/>
          <p:cNvSpPr/>
          <p:nvPr/>
        </p:nvSpPr>
        <p:spPr>
          <a:xfrm rot="19727813">
            <a:off x="-385607" y="237615"/>
            <a:ext cx="2869837" cy="382676"/>
          </a:xfrm>
          <a:prstGeom prst="trapezoid">
            <a:avLst/>
          </a:prstGeom>
          <a:noFill/>
          <a:ln w="6350">
            <a:solidFill>
              <a:schemeClr val="bg1">
                <a:lumMod val="9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TextBox 7"/>
          <p:cNvSpPr txBox="1"/>
          <p:nvPr/>
        </p:nvSpPr>
        <p:spPr>
          <a:xfrm rot="19712961">
            <a:off x="116026" y="320328"/>
            <a:ext cx="1407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2017.05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51" b="32493"/>
          <a:stretch>
            <a:fillRect/>
          </a:stretch>
        </p:blipFill>
        <p:spPr>
          <a:xfrm>
            <a:off x="7128793" y="4160485"/>
            <a:ext cx="3634458" cy="1897415"/>
          </a:xfrm>
          <a:prstGeom prst="rect">
            <a:avLst/>
          </a:prstGeom>
        </p:spPr>
      </p:pic>
      <p:sp>
        <p:nvSpPr>
          <p:cNvPr id="11" name="TextBox 3"/>
          <p:cNvSpPr txBox="1"/>
          <p:nvPr/>
        </p:nvSpPr>
        <p:spPr>
          <a:xfrm>
            <a:off x="3983765" y="2036424"/>
            <a:ext cx="7712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Himalaya" panose="01010100010101010101" pitchFamily="2" charset="0"/>
              </a:rPr>
              <a:t>2017</a:t>
            </a:r>
            <a:r>
              <a:rPr lang="zh-CN" altLang="en-US" sz="2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Himalaya" panose="01010100010101010101" pitchFamily="2" charset="0"/>
              </a:rPr>
              <a:t>年度基础学部五四评优</a:t>
            </a:r>
            <a:endParaRPr lang="zh-CN" altLang="en-US" sz="28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Himalaya" panose="01010100010101010101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4776" y="0"/>
            <a:ext cx="10337224" cy="6898973"/>
          </a:xfrm>
          <a:prstGeom prst="rect">
            <a:avLst/>
          </a:prstGeom>
        </p:spPr>
      </p:pic>
      <p:sp>
        <p:nvSpPr>
          <p:cNvPr id="2" name="直角三角形 1"/>
          <p:cNvSpPr/>
          <p:nvPr/>
        </p:nvSpPr>
        <p:spPr>
          <a:xfrm rot="10800000">
            <a:off x="9311680" y="0"/>
            <a:ext cx="2880320" cy="2880320"/>
          </a:xfrm>
          <a:prstGeom prst="rtTriangle">
            <a:avLst/>
          </a:prstGeom>
          <a:solidFill>
            <a:srgbClr val="C8242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直角三角形 3"/>
          <p:cNvSpPr/>
          <p:nvPr/>
        </p:nvSpPr>
        <p:spPr>
          <a:xfrm rot="5400000">
            <a:off x="0" y="0"/>
            <a:ext cx="2208245" cy="2208245"/>
          </a:xfrm>
          <a:prstGeom prst="rtTriangle">
            <a:avLst/>
          </a:prstGeom>
          <a:solidFill>
            <a:srgbClr val="7E292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任意多边形 2"/>
          <p:cNvSpPr/>
          <p:nvPr/>
        </p:nvSpPr>
        <p:spPr>
          <a:xfrm>
            <a:off x="0" y="252762"/>
            <a:ext cx="8608741" cy="6586653"/>
          </a:xfrm>
          <a:custGeom>
            <a:avLst/>
            <a:gdLst>
              <a:gd name="connsiteX0" fmla="*/ 0 w 6456556"/>
              <a:gd name="connsiteY0" fmla="*/ 1460809 h 4939990"/>
              <a:gd name="connsiteX1" fmla="*/ 0 w 6456556"/>
              <a:gd name="connsiteY1" fmla="*/ 4939990 h 4939990"/>
              <a:gd name="connsiteX2" fmla="*/ 6456556 w 6456556"/>
              <a:gd name="connsiteY2" fmla="*/ 4939990 h 4939990"/>
              <a:gd name="connsiteX3" fmla="*/ 1516566 w 6456556"/>
              <a:gd name="connsiteY3" fmla="*/ 0 h 4939990"/>
              <a:gd name="connsiteX4" fmla="*/ 0 w 6456556"/>
              <a:gd name="connsiteY4" fmla="*/ 1460809 h 4939990"/>
              <a:gd name="connsiteX0-1" fmla="*/ 0 w 6456556"/>
              <a:gd name="connsiteY0-2" fmla="*/ 1460809 h 4939990"/>
              <a:gd name="connsiteX1-3" fmla="*/ 0 w 6456556"/>
              <a:gd name="connsiteY1-4" fmla="*/ 4939990 h 4939990"/>
              <a:gd name="connsiteX2-5" fmla="*/ 6456556 w 6456556"/>
              <a:gd name="connsiteY2-6" fmla="*/ 4939990 h 4939990"/>
              <a:gd name="connsiteX3-7" fmla="*/ 1483112 w 6456556"/>
              <a:gd name="connsiteY3-8" fmla="*/ 0 h 4939990"/>
              <a:gd name="connsiteX4-9" fmla="*/ 0 w 6456556"/>
              <a:gd name="connsiteY4-10" fmla="*/ 1460809 h 493999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56556" h="4939990">
                <a:moveTo>
                  <a:pt x="0" y="1460809"/>
                </a:moveTo>
                <a:lnTo>
                  <a:pt x="0" y="4939990"/>
                </a:lnTo>
                <a:lnTo>
                  <a:pt x="6456556" y="4939990"/>
                </a:lnTo>
                <a:lnTo>
                  <a:pt x="1483112" y="0"/>
                </a:lnTo>
                <a:lnTo>
                  <a:pt x="0" y="1460809"/>
                </a:lnTo>
                <a:close/>
              </a:path>
            </a:pathLst>
          </a:custGeom>
          <a:solidFill>
            <a:srgbClr val="C8242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6" name="TextBox 5"/>
          <p:cNvSpPr txBox="1"/>
          <p:nvPr/>
        </p:nvSpPr>
        <p:spPr>
          <a:xfrm>
            <a:off x="498051" y="4243992"/>
            <a:ext cx="38779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2017</a:t>
            </a:r>
            <a:endParaRPr lang="en-US" altLang="zh-CN" sz="3200" dirty="0">
              <a:ln w="18415" cmpd="sng">
                <a:noFill/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电信学院优秀毕业生</a:t>
            </a:r>
            <a:endParaRPr lang="zh-CN" altLang="en-US" sz="3200" dirty="0">
              <a:ln w="18415" cmpd="sng">
                <a:noFill/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2391" y="2694250"/>
            <a:ext cx="40831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b="1" spc="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不忘初心</a:t>
            </a:r>
            <a:endParaRPr lang="zh-CN" altLang="en-US" sz="7200" b="1" spc="400" dirty="0">
              <a:ln w="18415" cmpd="sng">
                <a:noFill/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662027" y="4005064"/>
            <a:ext cx="672075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4698437"/>
            <a:ext cx="2159563" cy="2159563"/>
          </a:xfrm>
          <a:prstGeom prst="rt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5" name="直角三角形 4"/>
          <p:cNvSpPr/>
          <p:nvPr/>
        </p:nvSpPr>
        <p:spPr>
          <a:xfrm rot="10800000" flipH="1">
            <a:off x="0" y="-24642"/>
            <a:ext cx="2159563" cy="2159563"/>
          </a:xfrm>
          <a:prstGeom prst="rt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11956" y="1850532"/>
            <a:ext cx="6475901" cy="792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11957" y="2105852"/>
            <a:ext cx="6475900" cy="2784309"/>
          </a:xfrm>
          <a:prstGeom prst="rect">
            <a:avLst/>
          </a:prstGeom>
          <a:solidFill>
            <a:schemeClr val="bg1">
              <a:lumMod val="85000"/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65"/>
            <a:endParaRPr lang="zh-CN" altLang="en-US" sz="2400" b="1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42772" y="2554300"/>
            <a:ext cx="60737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565"/>
            <a:r>
              <a:rPr lang="zh-CN" altLang="en-US" sz="5400" b="1" spc="400" dirty="0">
                <a:ln w="18415" cmpd="sng">
                  <a:noFill/>
                  <a:prstDash val="solid"/>
                </a:ln>
                <a:solidFill>
                  <a:prstClr val="white"/>
                </a:solidFill>
                <a:latin typeface="+mn-ea"/>
              </a:rPr>
              <a:t>哈尔滨工业大学</a:t>
            </a:r>
            <a:endParaRPr lang="zh-CN" altLang="en-US" sz="5400" b="1" spc="400" dirty="0">
              <a:ln w="18415" cmpd="sng">
                <a:noFill/>
                <a:prstDash val="solid"/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52076" y="3823836"/>
            <a:ext cx="2320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1218565"/>
            <a:r>
              <a:rPr lang="zh-CN" altLang="en-US" sz="3200" dirty="0">
                <a:solidFill>
                  <a:schemeClr val="bg1"/>
                </a:solidFill>
                <a:latin typeface="+mn-ea"/>
              </a:rPr>
              <a:t>你的名字</a:t>
            </a:r>
            <a:endParaRPr lang="zh-CN" altLang="en-US" sz="3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等腰三角形 5"/>
          <p:cNvSpPr/>
          <p:nvPr/>
        </p:nvSpPr>
        <p:spPr>
          <a:xfrm rot="14419375">
            <a:off x="11249254" y="2177585"/>
            <a:ext cx="387431" cy="546465"/>
          </a:xfrm>
          <a:prstGeom prst="triangle">
            <a:avLst>
              <a:gd name="adj" fmla="val 18254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3" name="等腰三角形 12"/>
          <p:cNvSpPr/>
          <p:nvPr/>
        </p:nvSpPr>
        <p:spPr>
          <a:xfrm rot="8885246" flipH="1">
            <a:off x="10909521" y="2276584"/>
            <a:ext cx="400288" cy="445217"/>
          </a:xfrm>
          <a:prstGeom prst="triangle">
            <a:avLst>
              <a:gd name="adj" fmla="val 4648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9887744" y="5778219"/>
            <a:ext cx="2304256" cy="2304256"/>
          </a:xfrm>
          <a:prstGeom prst="ellipse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0307960" y="6042587"/>
            <a:ext cx="1608517" cy="1608517"/>
          </a:xfrm>
          <a:prstGeom prst="ellipse">
            <a:avLst/>
          </a:prstGeom>
          <a:solidFill>
            <a:srgbClr val="92D05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563279" y="6297907"/>
            <a:ext cx="1097876" cy="1097876"/>
          </a:xfrm>
          <a:prstGeom prst="ellipse">
            <a:avLst/>
          </a:prstGeom>
          <a:solidFill>
            <a:srgbClr val="92D050">
              <a:alpha val="7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711956" y="5047565"/>
            <a:ext cx="6475901" cy="792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565"/>
            <a:endParaRPr lang="zh-CN" altLang="en-US" sz="240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6067312" y="3662296"/>
            <a:ext cx="672075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97"/>
          <p:cNvSpPr/>
          <p:nvPr/>
        </p:nvSpPr>
        <p:spPr>
          <a:xfrm>
            <a:off x="0" y="4939069"/>
            <a:ext cx="12192000" cy="1812914"/>
          </a:xfrm>
          <a:custGeom>
            <a:avLst/>
            <a:gdLst>
              <a:gd name="connsiteX0" fmla="*/ 0 w 12192000"/>
              <a:gd name="connsiteY0" fmla="*/ 0 h 1812914"/>
              <a:gd name="connsiteX1" fmla="*/ 113777 w 12192000"/>
              <a:gd name="connsiteY1" fmla="*/ 30203 h 1812914"/>
              <a:gd name="connsiteX2" fmla="*/ 6096000 w 12192000"/>
              <a:gd name="connsiteY2" fmla="*/ 618735 h 1812914"/>
              <a:gd name="connsiteX3" fmla="*/ 12078223 w 12192000"/>
              <a:gd name="connsiteY3" fmla="*/ 30203 h 1812914"/>
              <a:gd name="connsiteX4" fmla="*/ 12192000 w 12192000"/>
              <a:gd name="connsiteY4" fmla="*/ 0 h 1812914"/>
              <a:gd name="connsiteX5" fmla="*/ 12192000 w 12192000"/>
              <a:gd name="connsiteY5" fmla="*/ 1812914 h 1812914"/>
              <a:gd name="connsiteX6" fmla="*/ 0 w 12192000"/>
              <a:gd name="connsiteY6" fmla="*/ 1812914 h 1812914"/>
              <a:gd name="connsiteX7" fmla="*/ 0 w 12192000"/>
              <a:gd name="connsiteY7" fmla="*/ 0 h 1812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812914">
                <a:moveTo>
                  <a:pt x="0" y="0"/>
                </a:moveTo>
                <a:lnTo>
                  <a:pt x="113777" y="30203"/>
                </a:lnTo>
                <a:cubicBezTo>
                  <a:pt x="1535704" y="389634"/>
                  <a:pt x="3687600" y="618735"/>
                  <a:pt x="6096000" y="618735"/>
                </a:cubicBezTo>
                <a:cubicBezTo>
                  <a:pt x="8504400" y="618735"/>
                  <a:pt x="10656296" y="389634"/>
                  <a:pt x="12078223" y="30203"/>
                </a:cubicBezTo>
                <a:lnTo>
                  <a:pt x="12192000" y="0"/>
                </a:lnTo>
                <a:lnTo>
                  <a:pt x="12192000" y="1812914"/>
                </a:lnTo>
                <a:lnTo>
                  <a:pt x="0" y="181291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3" name="任意多边形 494"/>
          <p:cNvSpPr/>
          <p:nvPr/>
        </p:nvSpPr>
        <p:spPr>
          <a:xfrm>
            <a:off x="0" y="5045086"/>
            <a:ext cx="12192000" cy="1812914"/>
          </a:xfrm>
          <a:custGeom>
            <a:avLst/>
            <a:gdLst>
              <a:gd name="connsiteX0" fmla="*/ 0 w 12192000"/>
              <a:gd name="connsiteY0" fmla="*/ 0 h 1812914"/>
              <a:gd name="connsiteX1" fmla="*/ 113777 w 12192000"/>
              <a:gd name="connsiteY1" fmla="*/ 30203 h 1812914"/>
              <a:gd name="connsiteX2" fmla="*/ 6096000 w 12192000"/>
              <a:gd name="connsiteY2" fmla="*/ 618735 h 1812914"/>
              <a:gd name="connsiteX3" fmla="*/ 12078223 w 12192000"/>
              <a:gd name="connsiteY3" fmla="*/ 30203 h 1812914"/>
              <a:gd name="connsiteX4" fmla="*/ 12192000 w 12192000"/>
              <a:gd name="connsiteY4" fmla="*/ 0 h 1812914"/>
              <a:gd name="connsiteX5" fmla="*/ 12192000 w 12192000"/>
              <a:gd name="connsiteY5" fmla="*/ 1812914 h 1812914"/>
              <a:gd name="connsiteX6" fmla="*/ 0 w 12192000"/>
              <a:gd name="connsiteY6" fmla="*/ 1812914 h 1812914"/>
              <a:gd name="connsiteX7" fmla="*/ 0 w 12192000"/>
              <a:gd name="connsiteY7" fmla="*/ 0 h 1812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812914">
                <a:moveTo>
                  <a:pt x="0" y="0"/>
                </a:moveTo>
                <a:lnTo>
                  <a:pt x="113777" y="30203"/>
                </a:lnTo>
                <a:cubicBezTo>
                  <a:pt x="1535704" y="389634"/>
                  <a:pt x="3687600" y="618735"/>
                  <a:pt x="6096000" y="618735"/>
                </a:cubicBezTo>
                <a:cubicBezTo>
                  <a:pt x="8504400" y="618735"/>
                  <a:pt x="10656296" y="389634"/>
                  <a:pt x="12078223" y="30203"/>
                </a:cubicBezTo>
                <a:lnTo>
                  <a:pt x="12192000" y="0"/>
                </a:lnTo>
                <a:lnTo>
                  <a:pt x="12192000" y="1812914"/>
                </a:lnTo>
                <a:lnTo>
                  <a:pt x="0" y="181291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5400000" scaled="1"/>
            <a:tileRect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5" name="主标题"/>
          <p:cNvSpPr txBox="1"/>
          <p:nvPr/>
        </p:nvSpPr>
        <p:spPr>
          <a:xfrm>
            <a:off x="1955790" y="2543091"/>
            <a:ext cx="8280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哈尔滨工业大学答辩通用模板</a:t>
            </a:r>
            <a:endParaRPr lang="zh-CN" altLang="en-US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441"/>
          <a:stretch>
            <a:fillRect/>
          </a:stretch>
        </p:blipFill>
        <p:spPr>
          <a:xfrm>
            <a:off x="4294189" y="670440"/>
            <a:ext cx="3603622" cy="1517090"/>
          </a:xfrm>
          <a:prstGeom prst="rect">
            <a:avLst/>
          </a:prstGeom>
        </p:spPr>
      </p:pic>
      <p:sp>
        <p:nvSpPr>
          <p:cNvPr id="8" name="主标题英文"/>
          <p:cNvSpPr txBox="1"/>
          <p:nvPr/>
        </p:nvSpPr>
        <p:spPr>
          <a:xfrm>
            <a:off x="1955790" y="3295439"/>
            <a:ext cx="828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PowerPoint template of HIT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8" r="11682" b="329"/>
          <a:stretch>
            <a:fillRect/>
          </a:stretch>
        </p:blipFill>
        <p:spPr>
          <a:xfrm>
            <a:off x="0" y="0"/>
            <a:ext cx="12192000" cy="6589897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0" y="3162299"/>
            <a:ext cx="12192000" cy="3695701"/>
            <a:chOff x="0" y="4939069"/>
            <a:chExt cx="12192000" cy="1918931"/>
          </a:xfrm>
        </p:grpSpPr>
        <p:sp>
          <p:nvSpPr>
            <p:cNvPr id="2" name="任意多边形 497"/>
            <p:cNvSpPr/>
            <p:nvPr/>
          </p:nvSpPr>
          <p:spPr>
            <a:xfrm>
              <a:off x="0" y="4939069"/>
              <a:ext cx="12192000" cy="1812914"/>
            </a:xfrm>
            <a:custGeom>
              <a:avLst/>
              <a:gdLst>
                <a:gd name="connsiteX0" fmla="*/ 0 w 12192000"/>
                <a:gd name="connsiteY0" fmla="*/ 0 h 1812914"/>
                <a:gd name="connsiteX1" fmla="*/ 113777 w 12192000"/>
                <a:gd name="connsiteY1" fmla="*/ 30203 h 1812914"/>
                <a:gd name="connsiteX2" fmla="*/ 6096000 w 12192000"/>
                <a:gd name="connsiteY2" fmla="*/ 618735 h 1812914"/>
                <a:gd name="connsiteX3" fmla="*/ 12078223 w 12192000"/>
                <a:gd name="connsiteY3" fmla="*/ 30203 h 1812914"/>
                <a:gd name="connsiteX4" fmla="*/ 12192000 w 12192000"/>
                <a:gd name="connsiteY4" fmla="*/ 0 h 1812914"/>
                <a:gd name="connsiteX5" fmla="*/ 12192000 w 12192000"/>
                <a:gd name="connsiteY5" fmla="*/ 1812914 h 1812914"/>
                <a:gd name="connsiteX6" fmla="*/ 0 w 12192000"/>
                <a:gd name="connsiteY6" fmla="*/ 1812914 h 1812914"/>
                <a:gd name="connsiteX7" fmla="*/ 0 w 12192000"/>
                <a:gd name="connsiteY7" fmla="*/ 0 h 1812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812914">
                  <a:moveTo>
                    <a:pt x="0" y="0"/>
                  </a:moveTo>
                  <a:lnTo>
                    <a:pt x="113777" y="30203"/>
                  </a:lnTo>
                  <a:cubicBezTo>
                    <a:pt x="1535704" y="389634"/>
                    <a:pt x="3687600" y="618735"/>
                    <a:pt x="6096000" y="618735"/>
                  </a:cubicBezTo>
                  <a:cubicBezTo>
                    <a:pt x="8504400" y="618735"/>
                    <a:pt x="10656296" y="389634"/>
                    <a:pt x="12078223" y="30203"/>
                  </a:cubicBezTo>
                  <a:lnTo>
                    <a:pt x="12192000" y="0"/>
                  </a:lnTo>
                  <a:lnTo>
                    <a:pt x="12192000" y="1812914"/>
                  </a:lnTo>
                  <a:lnTo>
                    <a:pt x="0" y="1812914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285"/>
            </a:p>
          </p:txBody>
        </p:sp>
        <p:sp>
          <p:nvSpPr>
            <p:cNvPr id="3" name="任意多边形 494"/>
            <p:cNvSpPr/>
            <p:nvPr/>
          </p:nvSpPr>
          <p:spPr>
            <a:xfrm>
              <a:off x="0" y="5045086"/>
              <a:ext cx="12192000" cy="1812914"/>
            </a:xfrm>
            <a:custGeom>
              <a:avLst/>
              <a:gdLst>
                <a:gd name="connsiteX0" fmla="*/ 0 w 12192000"/>
                <a:gd name="connsiteY0" fmla="*/ 0 h 1812914"/>
                <a:gd name="connsiteX1" fmla="*/ 113777 w 12192000"/>
                <a:gd name="connsiteY1" fmla="*/ 30203 h 1812914"/>
                <a:gd name="connsiteX2" fmla="*/ 6096000 w 12192000"/>
                <a:gd name="connsiteY2" fmla="*/ 618735 h 1812914"/>
                <a:gd name="connsiteX3" fmla="*/ 12078223 w 12192000"/>
                <a:gd name="connsiteY3" fmla="*/ 30203 h 1812914"/>
                <a:gd name="connsiteX4" fmla="*/ 12192000 w 12192000"/>
                <a:gd name="connsiteY4" fmla="*/ 0 h 1812914"/>
                <a:gd name="connsiteX5" fmla="*/ 12192000 w 12192000"/>
                <a:gd name="connsiteY5" fmla="*/ 1812914 h 1812914"/>
                <a:gd name="connsiteX6" fmla="*/ 0 w 12192000"/>
                <a:gd name="connsiteY6" fmla="*/ 1812914 h 1812914"/>
                <a:gd name="connsiteX7" fmla="*/ 0 w 12192000"/>
                <a:gd name="connsiteY7" fmla="*/ 0 h 1812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1812914">
                  <a:moveTo>
                    <a:pt x="0" y="0"/>
                  </a:moveTo>
                  <a:lnTo>
                    <a:pt x="113777" y="30203"/>
                  </a:lnTo>
                  <a:cubicBezTo>
                    <a:pt x="1535704" y="389634"/>
                    <a:pt x="3687600" y="618735"/>
                    <a:pt x="6096000" y="618735"/>
                  </a:cubicBezTo>
                  <a:cubicBezTo>
                    <a:pt x="8504400" y="618735"/>
                    <a:pt x="10656296" y="389634"/>
                    <a:pt x="12078223" y="30203"/>
                  </a:cubicBezTo>
                  <a:lnTo>
                    <a:pt x="12192000" y="0"/>
                  </a:lnTo>
                  <a:lnTo>
                    <a:pt x="12192000" y="1812914"/>
                  </a:lnTo>
                  <a:lnTo>
                    <a:pt x="0" y="1812914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shade val="30000"/>
                    <a:satMod val="115000"/>
                  </a:schemeClr>
                </a:gs>
                <a:gs pos="50000">
                  <a:schemeClr val="accent5">
                    <a:shade val="67500"/>
                    <a:satMod val="115000"/>
                  </a:schemeClr>
                </a:gs>
                <a:gs pos="100000">
                  <a:schemeClr val="accent5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285"/>
            </a:p>
          </p:txBody>
        </p:sp>
      </p:grpSp>
      <p:sp>
        <p:nvSpPr>
          <p:cNvPr id="10" name="主标题"/>
          <p:cNvSpPr txBox="1"/>
          <p:nvPr/>
        </p:nvSpPr>
        <p:spPr>
          <a:xfrm>
            <a:off x="1955791" y="4976073"/>
            <a:ext cx="8280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哈尔滨工业大学答辩通用模板</a:t>
            </a:r>
            <a:endParaRPr lang="zh-CN" altLang="en-US" sz="4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主标题英文"/>
          <p:cNvSpPr txBox="1"/>
          <p:nvPr/>
        </p:nvSpPr>
        <p:spPr>
          <a:xfrm>
            <a:off x="1955790" y="5807070"/>
            <a:ext cx="828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PowerPoint template of HIT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4197579"/>
            <a:ext cx="12191999" cy="2675003"/>
            <a:chOff x="0" y="4180067"/>
            <a:chExt cx="12271821" cy="269251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6675" y="4180067"/>
              <a:ext cx="4046936" cy="2677934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53351" y="4180067"/>
              <a:ext cx="4018470" cy="2677934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" r="11682" b="329"/>
            <a:stretch>
              <a:fillRect/>
            </a:stretch>
          </p:blipFill>
          <p:spPr>
            <a:xfrm>
              <a:off x="0" y="4180067"/>
              <a:ext cx="4046492" cy="2692516"/>
            </a:xfrm>
            <a:prstGeom prst="rect">
              <a:avLst/>
            </a:prstGeom>
          </p:spPr>
        </p:pic>
      </p:grpSp>
      <p:sp>
        <p:nvSpPr>
          <p:cNvPr id="11" name="主标题"/>
          <p:cNvSpPr txBox="1"/>
          <p:nvPr/>
        </p:nvSpPr>
        <p:spPr>
          <a:xfrm>
            <a:off x="1955790" y="2543091"/>
            <a:ext cx="8280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哈尔滨工业大学答辩通用模板</a:t>
            </a:r>
            <a:endParaRPr lang="zh-CN" altLang="en-US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 flipV="1">
            <a:off x="-2" y="-1"/>
            <a:ext cx="12192001" cy="522287"/>
            <a:chOff x="-2" y="4108174"/>
            <a:chExt cx="12192001" cy="2777187"/>
          </a:xfrm>
        </p:grpSpPr>
        <p:sp>
          <p:nvSpPr>
            <p:cNvPr id="15" name="任意多边形 5"/>
            <p:cNvSpPr/>
            <p:nvPr/>
          </p:nvSpPr>
          <p:spPr>
            <a:xfrm>
              <a:off x="-2" y="4108174"/>
              <a:ext cx="12192001" cy="2749826"/>
            </a:xfrm>
            <a:custGeom>
              <a:avLst/>
              <a:gdLst>
                <a:gd name="connsiteX0" fmla="*/ 9144000 w 9144000"/>
                <a:gd name="connsiteY0" fmla="*/ 0 h 2940271"/>
                <a:gd name="connsiteX1" fmla="*/ 9144000 w 9144000"/>
                <a:gd name="connsiteY1" fmla="*/ 2940271 h 2940271"/>
                <a:gd name="connsiteX2" fmla="*/ 0 w 9144000"/>
                <a:gd name="connsiteY2" fmla="*/ 2940271 h 2940271"/>
                <a:gd name="connsiteX3" fmla="*/ 0 w 9144000"/>
                <a:gd name="connsiteY3" fmla="*/ 1776897 h 2940271"/>
                <a:gd name="connsiteX4" fmla="*/ 341417 w 9144000"/>
                <a:gd name="connsiteY4" fmla="*/ 1805059 h 2940271"/>
                <a:gd name="connsiteX5" fmla="*/ 699471 w 9144000"/>
                <a:gd name="connsiteY5" fmla="*/ 1823782 h 2940271"/>
                <a:gd name="connsiteX6" fmla="*/ 8353309 w 9144000"/>
                <a:gd name="connsiteY6" fmla="*/ 339093 h 2940271"/>
                <a:gd name="connsiteX7" fmla="*/ 8994734 w 9144000"/>
                <a:gd name="connsiteY7" fmla="*/ 68839 h 2940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44000" h="2940271">
                  <a:moveTo>
                    <a:pt x="9144000" y="0"/>
                  </a:moveTo>
                  <a:lnTo>
                    <a:pt x="9144000" y="2940271"/>
                  </a:lnTo>
                  <a:lnTo>
                    <a:pt x="0" y="2940271"/>
                  </a:lnTo>
                  <a:lnTo>
                    <a:pt x="0" y="1776897"/>
                  </a:lnTo>
                  <a:lnTo>
                    <a:pt x="341417" y="1805059"/>
                  </a:lnTo>
                  <a:cubicBezTo>
                    <a:pt x="458459" y="1812924"/>
                    <a:pt x="577815" y="1819178"/>
                    <a:pt x="699471" y="1823782"/>
                  </a:cubicBezTo>
                  <a:cubicBezTo>
                    <a:pt x="3004627" y="1911016"/>
                    <a:pt x="5785913" y="1371503"/>
                    <a:pt x="8353309" y="339093"/>
                  </a:cubicBezTo>
                  <a:cubicBezTo>
                    <a:pt x="8570656" y="251693"/>
                    <a:pt x="8784561" y="161536"/>
                    <a:pt x="8994734" y="6883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tint val="66000"/>
                    <a:satMod val="160000"/>
                  </a:schemeClr>
                </a:gs>
                <a:gs pos="50000">
                  <a:schemeClr val="accent5">
                    <a:tint val="44500"/>
                    <a:satMod val="160000"/>
                  </a:schemeClr>
                </a:gs>
                <a:gs pos="100000">
                  <a:schemeClr val="accent5"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285"/>
            </a:p>
          </p:txBody>
        </p:sp>
        <p:sp>
          <p:nvSpPr>
            <p:cNvPr id="16" name="任意多边形 10"/>
            <p:cNvSpPr/>
            <p:nvPr/>
          </p:nvSpPr>
          <p:spPr>
            <a:xfrm>
              <a:off x="-2" y="4280452"/>
              <a:ext cx="12192001" cy="2604909"/>
            </a:xfrm>
            <a:custGeom>
              <a:avLst/>
              <a:gdLst>
                <a:gd name="connsiteX0" fmla="*/ 9144000 w 9144000"/>
                <a:gd name="connsiteY0" fmla="*/ 0 h 2940271"/>
                <a:gd name="connsiteX1" fmla="*/ 9144000 w 9144000"/>
                <a:gd name="connsiteY1" fmla="*/ 2940271 h 2940271"/>
                <a:gd name="connsiteX2" fmla="*/ 0 w 9144000"/>
                <a:gd name="connsiteY2" fmla="*/ 2940271 h 2940271"/>
                <a:gd name="connsiteX3" fmla="*/ 0 w 9144000"/>
                <a:gd name="connsiteY3" fmla="*/ 1776897 h 2940271"/>
                <a:gd name="connsiteX4" fmla="*/ 341417 w 9144000"/>
                <a:gd name="connsiteY4" fmla="*/ 1805059 h 2940271"/>
                <a:gd name="connsiteX5" fmla="*/ 699471 w 9144000"/>
                <a:gd name="connsiteY5" fmla="*/ 1823782 h 2940271"/>
                <a:gd name="connsiteX6" fmla="*/ 8353309 w 9144000"/>
                <a:gd name="connsiteY6" fmla="*/ 339093 h 2940271"/>
                <a:gd name="connsiteX7" fmla="*/ 8994734 w 9144000"/>
                <a:gd name="connsiteY7" fmla="*/ 68839 h 29402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44000" h="2940271">
                  <a:moveTo>
                    <a:pt x="9144000" y="0"/>
                  </a:moveTo>
                  <a:lnTo>
                    <a:pt x="9144000" y="2940271"/>
                  </a:lnTo>
                  <a:lnTo>
                    <a:pt x="0" y="2940271"/>
                  </a:lnTo>
                  <a:lnTo>
                    <a:pt x="0" y="1776897"/>
                  </a:lnTo>
                  <a:lnTo>
                    <a:pt x="341417" y="1805059"/>
                  </a:lnTo>
                  <a:cubicBezTo>
                    <a:pt x="458459" y="1812924"/>
                    <a:pt x="577815" y="1819178"/>
                    <a:pt x="699471" y="1823782"/>
                  </a:cubicBezTo>
                  <a:cubicBezTo>
                    <a:pt x="3004627" y="1911016"/>
                    <a:pt x="5785913" y="1371503"/>
                    <a:pt x="8353309" y="339093"/>
                  </a:cubicBezTo>
                  <a:cubicBezTo>
                    <a:pt x="8570656" y="251693"/>
                    <a:pt x="8784561" y="161536"/>
                    <a:pt x="8994734" y="6883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5">
                    <a:shade val="30000"/>
                    <a:satMod val="115000"/>
                  </a:schemeClr>
                </a:gs>
                <a:gs pos="50000">
                  <a:schemeClr val="accent5">
                    <a:shade val="67500"/>
                    <a:satMod val="115000"/>
                  </a:schemeClr>
                </a:gs>
                <a:gs pos="100000">
                  <a:schemeClr val="accent5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285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441"/>
          <a:stretch>
            <a:fillRect/>
          </a:stretch>
        </p:blipFill>
        <p:spPr>
          <a:xfrm>
            <a:off x="4294189" y="828283"/>
            <a:ext cx="3603622" cy="1517090"/>
          </a:xfrm>
          <a:prstGeom prst="rect">
            <a:avLst/>
          </a:prstGeom>
        </p:spPr>
      </p:pic>
      <p:sp>
        <p:nvSpPr>
          <p:cNvPr id="18" name="主标题英文"/>
          <p:cNvSpPr txBox="1"/>
          <p:nvPr/>
        </p:nvSpPr>
        <p:spPr>
          <a:xfrm>
            <a:off x="1955790" y="3349069"/>
            <a:ext cx="828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PowerPoint template of HIT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631"/>
          <a:stretch>
            <a:fillRect/>
          </a:stretch>
        </p:blipFill>
        <p:spPr>
          <a:xfrm>
            <a:off x="4572001" y="-16287"/>
            <a:ext cx="7619999" cy="6874287"/>
          </a:xfrm>
          <a:prstGeom prst="rect">
            <a:avLst/>
          </a:prstGeom>
        </p:spPr>
      </p:pic>
      <p:sp>
        <p:nvSpPr>
          <p:cNvPr id="4" name="平行四边形 3"/>
          <p:cNvSpPr/>
          <p:nvPr/>
        </p:nvSpPr>
        <p:spPr>
          <a:xfrm>
            <a:off x="-1866900" y="0"/>
            <a:ext cx="7334250" cy="6858000"/>
          </a:xfrm>
          <a:prstGeom prst="parallelogram">
            <a:avLst>
              <a:gd name="adj" fmla="val 1388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主标题英文"/>
          <p:cNvSpPr txBox="1"/>
          <p:nvPr/>
        </p:nvSpPr>
        <p:spPr>
          <a:xfrm>
            <a:off x="381001" y="3276438"/>
            <a:ext cx="445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PowerPoint template of HIT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主标题"/>
          <p:cNvSpPr txBox="1"/>
          <p:nvPr/>
        </p:nvSpPr>
        <p:spPr>
          <a:xfrm>
            <a:off x="381001" y="2496758"/>
            <a:ext cx="4457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</a:t>
            </a:r>
            <a:endParaRPr lang="zh-CN" altLang="en-US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主标题"/>
          <p:cNvSpPr txBox="1"/>
          <p:nvPr/>
        </p:nvSpPr>
        <p:spPr>
          <a:xfrm>
            <a:off x="381001" y="1858364"/>
            <a:ext cx="1619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48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2017</a:t>
            </a:r>
            <a:endParaRPr lang="zh-CN" altLang="en-US" sz="48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8" name="点缀线段"/>
          <p:cNvCxnSpPr/>
          <p:nvPr/>
        </p:nvCxnSpPr>
        <p:spPr>
          <a:xfrm>
            <a:off x="533401" y="3786632"/>
            <a:ext cx="17907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主标题"/>
          <p:cNvSpPr txBox="1"/>
          <p:nvPr/>
        </p:nvSpPr>
        <p:spPr>
          <a:xfrm>
            <a:off x="381001" y="4115731"/>
            <a:ext cx="2228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汇报人：阿程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合作QQ： 243001978"/>
          <p:cNvSpPr/>
          <p:nvPr/>
        </p:nvSpPr>
        <p:spPr>
          <a:xfrm>
            <a:off x="9737482" y="6488668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合作</a:t>
            </a:r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QQ</a:t>
            </a:r>
            <a:r>
              <a: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 </a:t>
            </a:r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243001978</a:t>
            </a: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背景色块"/>
          <p:cNvSpPr/>
          <p:nvPr/>
        </p:nvSpPr>
        <p:spPr>
          <a:xfrm>
            <a:off x="0" y="4906890"/>
            <a:ext cx="12192000" cy="195111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打底圆形"/>
          <p:cNvSpPr/>
          <p:nvPr/>
        </p:nvSpPr>
        <p:spPr>
          <a:xfrm>
            <a:off x="4971146" y="577929"/>
            <a:ext cx="2249710" cy="224971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444500" dist="152400" algn="l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主标题英文"/>
          <p:cNvSpPr txBox="1"/>
          <p:nvPr/>
        </p:nvSpPr>
        <p:spPr>
          <a:xfrm>
            <a:off x="1733549" y="4055211"/>
            <a:ext cx="872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The PowerPoint template of HIT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主标题"/>
          <p:cNvSpPr txBox="1"/>
          <p:nvPr/>
        </p:nvSpPr>
        <p:spPr>
          <a:xfrm>
            <a:off x="1733550" y="3180835"/>
            <a:ext cx="8724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哈尔滨工业大学答辩通用模板</a:t>
            </a:r>
            <a:endParaRPr lang="zh-CN" altLang="en-US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1" name="汇报人组合"/>
          <p:cNvGrpSpPr/>
          <p:nvPr/>
        </p:nvGrpSpPr>
        <p:grpSpPr>
          <a:xfrm>
            <a:off x="4127385" y="5471915"/>
            <a:ext cx="3907905" cy="605322"/>
            <a:chOff x="8208964" y="5008286"/>
            <a:chExt cx="2524126" cy="390979"/>
          </a:xfrm>
        </p:grpSpPr>
        <p:sp>
          <p:nvSpPr>
            <p:cNvPr id="12" name="打底矩形"/>
            <p:cNvSpPr/>
            <p:nvPr/>
          </p:nvSpPr>
          <p:spPr>
            <a:xfrm>
              <a:off x="8208964" y="5008286"/>
              <a:ext cx="2524126" cy="39097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>
              <a:outerShdw blurRad="88900" dist="38100" dir="5400000" sx="101000" sy="101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汇报人"/>
            <p:cNvSpPr txBox="1"/>
            <p:nvPr/>
          </p:nvSpPr>
          <p:spPr>
            <a:xfrm>
              <a:off x="8391625" y="5060194"/>
              <a:ext cx="1971030" cy="3379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457200"/>
              <a:r>
                <a:rPr lang="zh-CN" altLang="en-US" sz="28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答辩人：阿程</a:t>
              </a:r>
              <a:endParaRPr lang="zh-CN" altLang="en-US" sz="28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4" name="等腰三角形"/>
          <p:cNvSpPr/>
          <p:nvPr/>
        </p:nvSpPr>
        <p:spPr>
          <a:xfrm flipV="1">
            <a:off x="5935980" y="4906890"/>
            <a:ext cx="320040" cy="27589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6" r="20234" b="32666"/>
          <a:stretch>
            <a:fillRect/>
          </a:stretch>
        </p:blipFill>
        <p:spPr>
          <a:xfrm>
            <a:off x="4971146" y="800457"/>
            <a:ext cx="2249710" cy="17705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58"/>
          <a:stretch>
            <a:fillRect/>
          </a:stretch>
        </p:blipFill>
        <p:spPr>
          <a:xfrm>
            <a:off x="0" y="0"/>
            <a:ext cx="4900613" cy="6858000"/>
          </a:xfrm>
          <a:prstGeom prst="rect">
            <a:avLst/>
          </a:prstGeom>
        </p:spPr>
      </p:pic>
      <p:sp>
        <p:nvSpPr>
          <p:cNvPr id="4" name="背景色块"/>
          <p:cNvSpPr/>
          <p:nvPr/>
        </p:nvSpPr>
        <p:spPr>
          <a:xfrm>
            <a:off x="0" y="2322421"/>
            <a:ext cx="4900613" cy="2213158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>
            <a:outerShdw blurRad="889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目录英文"/>
          <p:cNvSpPr txBox="1"/>
          <p:nvPr/>
        </p:nvSpPr>
        <p:spPr>
          <a:xfrm>
            <a:off x="1042192" y="3677375"/>
            <a:ext cx="2411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CONTENTS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" name="点缀线段"/>
          <p:cNvCxnSpPr/>
          <p:nvPr/>
        </p:nvCxnSpPr>
        <p:spPr>
          <a:xfrm>
            <a:off x="1179053" y="3642291"/>
            <a:ext cx="2137722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目录"/>
          <p:cNvSpPr txBox="1"/>
          <p:nvPr/>
        </p:nvSpPr>
        <p:spPr>
          <a:xfrm>
            <a:off x="1042192" y="2811294"/>
            <a:ext cx="2411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色块 1"/>
          <p:cNvSpPr/>
          <p:nvPr/>
        </p:nvSpPr>
        <p:spPr>
          <a:xfrm>
            <a:off x="5545250" y="1958571"/>
            <a:ext cx="754743" cy="7547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zh-CN" altLang="en-US" sz="3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基础扎实"/>
          <p:cNvSpPr txBox="1"/>
          <p:nvPr/>
        </p:nvSpPr>
        <p:spPr>
          <a:xfrm>
            <a:off x="6467475" y="2030033"/>
            <a:ext cx="221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规格严格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色块 2"/>
          <p:cNvSpPr/>
          <p:nvPr/>
        </p:nvSpPr>
        <p:spPr>
          <a:xfrm>
            <a:off x="8853167" y="1958571"/>
            <a:ext cx="754743" cy="7547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zh-CN" altLang="en-US" sz="3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工作踏实"/>
          <p:cNvSpPr txBox="1"/>
          <p:nvPr/>
        </p:nvSpPr>
        <p:spPr>
          <a:xfrm>
            <a:off x="9775392" y="2030032"/>
            <a:ext cx="221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功夫到家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色块 3"/>
          <p:cNvSpPr/>
          <p:nvPr/>
        </p:nvSpPr>
        <p:spPr>
          <a:xfrm>
            <a:off x="5545250" y="4090722"/>
            <a:ext cx="754743" cy="7547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zh-CN" altLang="en-US" sz="3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作风朴实"/>
          <p:cNvSpPr txBox="1"/>
          <p:nvPr/>
        </p:nvSpPr>
        <p:spPr>
          <a:xfrm>
            <a:off x="6467475" y="4158178"/>
            <a:ext cx="221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正心诚意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色块 4"/>
          <p:cNvSpPr/>
          <p:nvPr/>
        </p:nvSpPr>
        <p:spPr>
          <a:xfrm>
            <a:off x="8853167" y="4090722"/>
            <a:ext cx="754743" cy="7547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zh-CN" altLang="en-US" sz="3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开拓创新"/>
          <p:cNvSpPr txBox="1"/>
          <p:nvPr/>
        </p:nvSpPr>
        <p:spPr>
          <a:xfrm>
            <a:off x="9775392" y="4125017"/>
            <a:ext cx="221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格物致知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"/>
          <a:stretch>
            <a:fillRect/>
          </a:stretch>
        </p:blipFill>
        <p:spPr>
          <a:xfrm>
            <a:off x="-1" y="0"/>
            <a:ext cx="4846509" cy="6858000"/>
          </a:xfrm>
          <a:prstGeom prst="rect">
            <a:avLst/>
          </a:prstGeom>
        </p:spPr>
      </p:pic>
      <p:sp>
        <p:nvSpPr>
          <p:cNvPr id="4" name="背景色块"/>
          <p:cNvSpPr/>
          <p:nvPr/>
        </p:nvSpPr>
        <p:spPr>
          <a:xfrm>
            <a:off x="1" y="2322421"/>
            <a:ext cx="4846508" cy="2213158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>
            <a:outerShdw blurRad="889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目录组合"/>
          <p:cNvGrpSpPr/>
          <p:nvPr/>
        </p:nvGrpSpPr>
        <p:grpSpPr>
          <a:xfrm>
            <a:off x="1042192" y="2811294"/>
            <a:ext cx="2411443" cy="1235413"/>
            <a:chOff x="1405731" y="2849093"/>
            <a:chExt cx="2019300" cy="1235413"/>
          </a:xfrm>
        </p:grpSpPr>
        <p:sp>
          <p:nvSpPr>
            <p:cNvPr id="6" name="目录英文"/>
            <p:cNvSpPr txBox="1"/>
            <p:nvPr/>
          </p:nvSpPr>
          <p:spPr>
            <a:xfrm>
              <a:off x="1405731" y="3715174"/>
              <a:ext cx="2019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457200"/>
              <a:r>
                <a:rPr lang="en-US" altLang="zh-CN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CONTENTS</a:t>
              </a:r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7" name="点缀线段"/>
            <p:cNvCxnSpPr/>
            <p:nvPr/>
          </p:nvCxnSpPr>
          <p:spPr>
            <a:xfrm>
              <a:off x="1520336" y="3680090"/>
              <a:ext cx="1790091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目录"/>
            <p:cNvSpPr txBox="1"/>
            <p:nvPr/>
          </p:nvSpPr>
          <p:spPr>
            <a:xfrm>
              <a:off x="1405731" y="2849093"/>
              <a:ext cx="20193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 defTabSz="457200"/>
              <a:r>
                <a:rPr lang="zh-CN" altLang="en-US" sz="4800" b="1" dirty="0">
                  <a:solidFill>
                    <a:schemeClr val="accent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  <a:endPara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9" name="矩形色块 1"/>
          <p:cNvSpPr/>
          <p:nvPr/>
        </p:nvSpPr>
        <p:spPr>
          <a:xfrm>
            <a:off x="5545250" y="1958571"/>
            <a:ext cx="754743" cy="7547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zh-CN" altLang="en-US" sz="3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基础扎实"/>
          <p:cNvSpPr txBox="1"/>
          <p:nvPr/>
        </p:nvSpPr>
        <p:spPr>
          <a:xfrm>
            <a:off x="6467475" y="2030033"/>
            <a:ext cx="221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规格严格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色块 2"/>
          <p:cNvSpPr/>
          <p:nvPr/>
        </p:nvSpPr>
        <p:spPr>
          <a:xfrm>
            <a:off x="8853167" y="1958571"/>
            <a:ext cx="754743" cy="7547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zh-CN" altLang="en-US" sz="3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工作踏实"/>
          <p:cNvSpPr txBox="1"/>
          <p:nvPr/>
        </p:nvSpPr>
        <p:spPr>
          <a:xfrm>
            <a:off x="9775392" y="2030032"/>
            <a:ext cx="221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功夫到家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色块 3"/>
          <p:cNvSpPr/>
          <p:nvPr/>
        </p:nvSpPr>
        <p:spPr>
          <a:xfrm>
            <a:off x="5545250" y="4090722"/>
            <a:ext cx="754743" cy="7547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zh-CN" altLang="en-US" sz="3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作风朴实"/>
          <p:cNvSpPr txBox="1"/>
          <p:nvPr/>
        </p:nvSpPr>
        <p:spPr>
          <a:xfrm>
            <a:off x="6467475" y="4158178"/>
            <a:ext cx="221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正心诚意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色块 4"/>
          <p:cNvSpPr/>
          <p:nvPr/>
        </p:nvSpPr>
        <p:spPr>
          <a:xfrm>
            <a:off x="8853167" y="4090722"/>
            <a:ext cx="754743" cy="7547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zh-CN" altLang="en-US" sz="3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开拓创新"/>
          <p:cNvSpPr txBox="1"/>
          <p:nvPr/>
        </p:nvSpPr>
        <p:spPr>
          <a:xfrm>
            <a:off x="9775392" y="4125017"/>
            <a:ext cx="221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格物致知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4" r="22884"/>
          <a:stretch>
            <a:fillRect/>
          </a:stretch>
        </p:blipFill>
        <p:spPr>
          <a:xfrm>
            <a:off x="-1" y="0"/>
            <a:ext cx="6096001" cy="6858000"/>
          </a:xfrm>
          <a:prstGeom prst="rect">
            <a:avLst/>
          </a:prstGeom>
        </p:spPr>
      </p:pic>
      <p:sp>
        <p:nvSpPr>
          <p:cNvPr id="4" name="背景色块"/>
          <p:cNvSpPr/>
          <p:nvPr/>
        </p:nvSpPr>
        <p:spPr>
          <a:xfrm>
            <a:off x="6096000" y="-171450"/>
            <a:ext cx="6096000" cy="72009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889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打底色块"/>
          <p:cNvSpPr/>
          <p:nvPr/>
        </p:nvSpPr>
        <p:spPr>
          <a:xfrm>
            <a:off x="7642226" y="489927"/>
            <a:ext cx="3003549" cy="8599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目录"/>
          <p:cNvSpPr txBox="1"/>
          <p:nvPr/>
        </p:nvSpPr>
        <p:spPr>
          <a:xfrm>
            <a:off x="8134350" y="504379"/>
            <a:ext cx="2019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4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矩形色块 1"/>
          <p:cNvSpPr/>
          <p:nvPr/>
        </p:nvSpPr>
        <p:spPr>
          <a:xfrm>
            <a:off x="5656357" y="1941812"/>
            <a:ext cx="1874744" cy="5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Part 1"/>
          <p:cNvSpPr txBox="1">
            <a:spLocks noChangeArrowheads="1"/>
          </p:cNvSpPr>
          <p:nvPr/>
        </p:nvSpPr>
        <p:spPr bwMode="auto">
          <a:xfrm>
            <a:off x="6215854" y="1975921"/>
            <a:ext cx="11984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di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 1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色块 2"/>
          <p:cNvSpPr/>
          <p:nvPr/>
        </p:nvSpPr>
        <p:spPr>
          <a:xfrm>
            <a:off x="5656357" y="3204196"/>
            <a:ext cx="1874744" cy="5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Part 2"/>
          <p:cNvSpPr txBox="1">
            <a:spLocks noChangeArrowheads="1"/>
          </p:cNvSpPr>
          <p:nvPr/>
        </p:nvSpPr>
        <p:spPr bwMode="auto">
          <a:xfrm>
            <a:off x="6215854" y="3238305"/>
            <a:ext cx="11984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di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 2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矩形色块 3"/>
          <p:cNvSpPr/>
          <p:nvPr/>
        </p:nvSpPr>
        <p:spPr>
          <a:xfrm>
            <a:off x="5656357" y="4466580"/>
            <a:ext cx="1874744" cy="5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Part 3"/>
          <p:cNvSpPr txBox="1">
            <a:spLocks noChangeArrowheads="1"/>
          </p:cNvSpPr>
          <p:nvPr/>
        </p:nvSpPr>
        <p:spPr bwMode="auto">
          <a:xfrm>
            <a:off x="6215854" y="4500689"/>
            <a:ext cx="11984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di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 3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矩形色块 4"/>
          <p:cNvSpPr/>
          <p:nvPr/>
        </p:nvSpPr>
        <p:spPr>
          <a:xfrm>
            <a:off x="5656357" y="5728963"/>
            <a:ext cx="1874744" cy="5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Part 4"/>
          <p:cNvSpPr txBox="1">
            <a:spLocks noChangeArrowheads="1"/>
          </p:cNvSpPr>
          <p:nvPr/>
        </p:nvSpPr>
        <p:spPr bwMode="auto">
          <a:xfrm>
            <a:off x="6215854" y="5763072"/>
            <a:ext cx="119840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dist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 4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基础扎实"/>
          <p:cNvSpPr txBox="1"/>
          <p:nvPr/>
        </p:nvSpPr>
        <p:spPr>
          <a:xfrm>
            <a:off x="8122386" y="1975921"/>
            <a:ext cx="2523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规格严格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工作踏实"/>
          <p:cNvSpPr txBox="1"/>
          <p:nvPr/>
        </p:nvSpPr>
        <p:spPr>
          <a:xfrm>
            <a:off x="8122386" y="3152680"/>
            <a:ext cx="2523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功夫到家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作风朴实"/>
          <p:cNvSpPr txBox="1"/>
          <p:nvPr/>
        </p:nvSpPr>
        <p:spPr>
          <a:xfrm>
            <a:off x="8157690" y="4504020"/>
            <a:ext cx="2523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正心诚意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开拓创新"/>
          <p:cNvSpPr txBox="1"/>
          <p:nvPr/>
        </p:nvSpPr>
        <p:spPr>
          <a:xfrm>
            <a:off x="8122386" y="5766403"/>
            <a:ext cx="2523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格物致知</a:t>
            </a:r>
            <a:endParaRPr lang="zh-CN" altLang="en-US" sz="3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424" y="0"/>
            <a:ext cx="10315576" cy="687275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0"/>
            <a:ext cx="2471738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目录英文"/>
          <p:cNvSpPr txBox="1"/>
          <p:nvPr/>
        </p:nvSpPr>
        <p:spPr>
          <a:xfrm>
            <a:off x="226219" y="3067044"/>
            <a:ext cx="201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CONTENTS</a:t>
            </a:r>
            <a:endParaRPr lang="zh-CN" altLang="en-US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1" name="点缀线段"/>
          <p:cNvCxnSpPr/>
          <p:nvPr/>
        </p:nvCxnSpPr>
        <p:spPr>
          <a:xfrm>
            <a:off x="340824" y="3031960"/>
            <a:ext cx="17900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目录"/>
          <p:cNvSpPr txBox="1"/>
          <p:nvPr/>
        </p:nvSpPr>
        <p:spPr>
          <a:xfrm>
            <a:off x="226219" y="2200963"/>
            <a:ext cx="2019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endParaRPr lang="zh-CN" altLang="en-US" sz="4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471738" y="0"/>
            <a:ext cx="9720262" cy="6872752"/>
          </a:xfrm>
          <a:prstGeom prst="rect">
            <a:avLst/>
          </a:prstGeom>
          <a:solidFill>
            <a:schemeClr val="accent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色块 1"/>
          <p:cNvSpPr/>
          <p:nvPr/>
        </p:nvSpPr>
        <p:spPr>
          <a:xfrm>
            <a:off x="3968178" y="1960224"/>
            <a:ext cx="754743" cy="754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zh-CN" altLang="en-US" sz="3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基础扎实"/>
          <p:cNvSpPr txBox="1"/>
          <p:nvPr/>
        </p:nvSpPr>
        <p:spPr>
          <a:xfrm>
            <a:off x="4890403" y="2031686"/>
            <a:ext cx="221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规格严格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矩形色块 2"/>
          <p:cNvSpPr/>
          <p:nvPr/>
        </p:nvSpPr>
        <p:spPr>
          <a:xfrm>
            <a:off x="7998499" y="1960224"/>
            <a:ext cx="754743" cy="754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0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zh-CN" altLang="en-US" sz="3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工作踏实"/>
          <p:cNvSpPr txBox="1"/>
          <p:nvPr/>
        </p:nvSpPr>
        <p:spPr>
          <a:xfrm>
            <a:off x="8920724" y="2031685"/>
            <a:ext cx="221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功夫到家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矩形色块 3"/>
          <p:cNvSpPr/>
          <p:nvPr/>
        </p:nvSpPr>
        <p:spPr>
          <a:xfrm>
            <a:off x="3968178" y="4092375"/>
            <a:ext cx="754743" cy="754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0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zh-CN" altLang="en-US" sz="3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作风朴实"/>
          <p:cNvSpPr txBox="1"/>
          <p:nvPr/>
        </p:nvSpPr>
        <p:spPr>
          <a:xfrm>
            <a:off x="4890403" y="4159831"/>
            <a:ext cx="221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正心诚意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矩形色块 4"/>
          <p:cNvSpPr/>
          <p:nvPr/>
        </p:nvSpPr>
        <p:spPr>
          <a:xfrm>
            <a:off x="7998499" y="4092375"/>
            <a:ext cx="754743" cy="754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0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zh-CN" altLang="en-US" sz="3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开拓创新"/>
          <p:cNvSpPr txBox="1"/>
          <p:nvPr/>
        </p:nvSpPr>
        <p:spPr>
          <a:xfrm>
            <a:off x="8920724" y="4126670"/>
            <a:ext cx="2218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格物致知</a:t>
            </a:r>
            <a:endParaRPr lang="zh-CN" altLang="en-US" sz="3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1"/>
          <p:cNvSpPr/>
          <p:nvPr/>
        </p:nvSpPr>
        <p:spPr>
          <a:xfrm rot="16200000" flipV="1">
            <a:off x="-400553" y="448535"/>
            <a:ext cx="6858000" cy="5960931"/>
          </a:xfrm>
          <a:custGeom>
            <a:avLst/>
            <a:gdLst>
              <a:gd name="connsiteX0" fmla="*/ 9144000 w 9144000"/>
              <a:gd name="connsiteY0" fmla="*/ 0 h 2940271"/>
              <a:gd name="connsiteX1" fmla="*/ 9144000 w 9144000"/>
              <a:gd name="connsiteY1" fmla="*/ 2940271 h 2940271"/>
              <a:gd name="connsiteX2" fmla="*/ 0 w 9144000"/>
              <a:gd name="connsiteY2" fmla="*/ 2940271 h 2940271"/>
              <a:gd name="connsiteX3" fmla="*/ 0 w 9144000"/>
              <a:gd name="connsiteY3" fmla="*/ 1776897 h 2940271"/>
              <a:gd name="connsiteX4" fmla="*/ 341417 w 9144000"/>
              <a:gd name="connsiteY4" fmla="*/ 1805059 h 2940271"/>
              <a:gd name="connsiteX5" fmla="*/ 699471 w 9144000"/>
              <a:gd name="connsiteY5" fmla="*/ 1823782 h 2940271"/>
              <a:gd name="connsiteX6" fmla="*/ 8353309 w 9144000"/>
              <a:gd name="connsiteY6" fmla="*/ 339093 h 2940271"/>
              <a:gd name="connsiteX7" fmla="*/ 8994734 w 9144000"/>
              <a:gd name="connsiteY7" fmla="*/ 68839 h 294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2940271">
                <a:moveTo>
                  <a:pt x="9144000" y="0"/>
                </a:moveTo>
                <a:lnTo>
                  <a:pt x="9144000" y="2940271"/>
                </a:lnTo>
                <a:lnTo>
                  <a:pt x="0" y="2940271"/>
                </a:lnTo>
                <a:lnTo>
                  <a:pt x="0" y="1776897"/>
                </a:lnTo>
                <a:lnTo>
                  <a:pt x="341417" y="1805059"/>
                </a:lnTo>
                <a:cubicBezTo>
                  <a:pt x="458459" y="1812924"/>
                  <a:pt x="577815" y="1819178"/>
                  <a:pt x="699471" y="1823782"/>
                </a:cubicBezTo>
                <a:cubicBezTo>
                  <a:pt x="3004627" y="1911016"/>
                  <a:pt x="5785913" y="1371503"/>
                  <a:pt x="8353309" y="339093"/>
                </a:cubicBezTo>
                <a:cubicBezTo>
                  <a:pt x="8570656" y="251693"/>
                  <a:pt x="8784561" y="161536"/>
                  <a:pt x="8994734" y="688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5" name="任意多边形 13"/>
          <p:cNvSpPr/>
          <p:nvPr/>
        </p:nvSpPr>
        <p:spPr>
          <a:xfrm rot="16200000" flipV="1">
            <a:off x="-409300" y="1306604"/>
            <a:ext cx="5652654" cy="3039446"/>
          </a:xfrm>
          <a:custGeom>
            <a:avLst/>
            <a:gdLst>
              <a:gd name="connsiteX0" fmla="*/ 5652654 w 5652654"/>
              <a:gd name="connsiteY0" fmla="*/ 1008697 h 4516324"/>
              <a:gd name="connsiteX1" fmla="*/ 5652654 w 5652654"/>
              <a:gd name="connsiteY1" fmla="*/ 0 h 4516324"/>
              <a:gd name="connsiteX2" fmla="*/ 5540704 w 5652654"/>
              <a:gd name="connsiteY2" fmla="*/ 169931 h 4516324"/>
              <a:gd name="connsiteX3" fmla="*/ 5059636 w 5652654"/>
              <a:gd name="connsiteY3" fmla="*/ 837062 h 4516324"/>
              <a:gd name="connsiteX4" fmla="*/ 153845 w 5652654"/>
              <a:gd name="connsiteY4" fmla="*/ 4490953 h 4516324"/>
              <a:gd name="connsiteX5" fmla="*/ 0 w 5652654"/>
              <a:gd name="connsiteY5" fmla="*/ 4508987 h 4516324"/>
              <a:gd name="connsiteX6" fmla="*/ 0 w 5652654"/>
              <a:gd name="connsiteY6" fmla="*/ 4516324 h 4516324"/>
              <a:gd name="connsiteX7" fmla="*/ 325998 w 5652654"/>
              <a:gd name="connsiteY7" fmla="*/ 4480248 h 4516324"/>
              <a:gd name="connsiteX8" fmla="*/ 5059637 w 5652654"/>
              <a:gd name="connsiteY8" fmla="*/ 1659922 h 4516324"/>
              <a:gd name="connsiteX9" fmla="*/ 5540706 w 5652654"/>
              <a:gd name="connsiteY9" fmla="*/ 1140899 h 4516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652654" h="4516324">
                <a:moveTo>
                  <a:pt x="5652654" y="1008697"/>
                </a:moveTo>
                <a:lnTo>
                  <a:pt x="5652654" y="0"/>
                </a:lnTo>
                <a:lnTo>
                  <a:pt x="5540704" y="169931"/>
                </a:lnTo>
                <a:cubicBezTo>
                  <a:pt x="5383075" y="398757"/>
                  <a:pt x="5222646" y="621313"/>
                  <a:pt x="5059636" y="837062"/>
                </a:cubicBezTo>
                <a:cubicBezTo>
                  <a:pt x="3434956" y="2987393"/>
                  <a:pt x="1696072" y="4271513"/>
                  <a:pt x="153845" y="4490953"/>
                </a:cubicBezTo>
                <a:lnTo>
                  <a:pt x="0" y="4508987"/>
                </a:lnTo>
                <a:lnTo>
                  <a:pt x="0" y="4516324"/>
                </a:lnTo>
                <a:lnTo>
                  <a:pt x="325998" y="4480248"/>
                </a:lnTo>
                <a:cubicBezTo>
                  <a:pt x="1824723" y="4256969"/>
                  <a:pt x="3495130" y="3270900"/>
                  <a:pt x="5059637" y="1659922"/>
                </a:cubicBezTo>
                <a:cubicBezTo>
                  <a:pt x="5222647" y="1492070"/>
                  <a:pt x="5383076" y="1318924"/>
                  <a:pt x="5540706" y="114089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2" r="5345"/>
          <a:stretch>
            <a:fillRect/>
          </a:stretch>
        </p:blipFill>
        <p:spPr>
          <a:xfrm>
            <a:off x="1" y="0"/>
            <a:ext cx="5646786" cy="6858000"/>
          </a:xfrm>
          <a:custGeom>
            <a:avLst/>
            <a:gdLst>
              <a:gd name="connsiteX0" fmla="*/ 0 w 5646786"/>
              <a:gd name="connsiteY0" fmla="*/ 0 h 6858000"/>
              <a:gd name="connsiteX1" fmla="*/ 5646786 w 5646786"/>
              <a:gd name="connsiteY1" fmla="*/ 0 h 6858000"/>
              <a:gd name="connsiteX2" fmla="*/ 5514582 w 5646786"/>
              <a:gd name="connsiteY2" fmla="*/ 111949 h 6858000"/>
              <a:gd name="connsiteX3" fmla="*/ 4995559 w 5646786"/>
              <a:gd name="connsiteY3" fmla="*/ 593018 h 6858000"/>
              <a:gd name="connsiteX4" fmla="*/ 2144215 w 5646786"/>
              <a:gd name="connsiteY4" fmla="*/ 6333397 h 6858000"/>
              <a:gd name="connsiteX5" fmla="*/ 2180173 w 5646786"/>
              <a:gd name="connsiteY5" fmla="*/ 6601937 h 6858000"/>
              <a:gd name="connsiteX6" fmla="*/ 2234258 w 5646786"/>
              <a:gd name="connsiteY6" fmla="*/ 6858000 h 6858000"/>
              <a:gd name="connsiteX7" fmla="*/ 0 w 564678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46786" h="6858000">
                <a:moveTo>
                  <a:pt x="0" y="0"/>
                </a:moveTo>
                <a:lnTo>
                  <a:pt x="5646786" y="0"/>
                </a:lnTo>
                <a:lnTo>
                  <a:pt x="5514582" y="111949"/>
                </a:lnTo>
                <a:cubicBezTo>
                  <a:pt x="5336557" y="269579"/>
                  <a:pt x="5163411" y="430008"/>
                  <a:pt x="4995559" y="593018"/>
                </a:cubicBezTo>
                <a:cubicBezTo>
                  <a:pt x="3012817" y="2518565"/>
                  <a:pt x="1976683" y="4604529"/>
                  <a:pt x="2144215" y="6333397"/>
                </a:cubicBezTo>
                <a:cubicBezTo>
                  <a:pt x="2153057" y="6424639"/>
                  <a:pt x="2165068" y="6514156"/>
                  <a:pt x="2180173" y="6601937"/>
                </a:cubicBezTo>
                <a:lnTo>
                  <a:pt x="223425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Part One"/>
          <p:cNvSpPr txBox="1"/>
          <p:nvPr/>
        </p:nvSpPr>
        <p:spPr>
          <a:xfrm>
            <a:off x="5436026" y="2272429"/>
            <a:ext cx="2412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 01</a:t>
            </a:r>
            <a:endParaRPr lang="en-US" altLang="zh-CN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0" name="点缀线段"/>
          <p:cNvCxnSpPr/>
          <p:nvPr/>
        </p:nvCxnSpPr>
        <p:spPr>
          <a:xfrm>
            <a:off x="5537626" y="3103426"/>
            <a:ext cx="210142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基础扎实"/>
          <p:cNvSpPr txBox="1"/>
          <p:nvPr/>
        </p:nvSpPr>
        <p:spPr>
          <a:xfrm>
            <a:off x="5436026" y="3296185"/>
            <a:ext cx="4432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7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规格严格</a:t>
            </a:r>
            <a:endParaRPr lang="zh-CN" altLang="en-US" sz="7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" r="12288" b="15532"/>
          <a:stretch>
            <a:fillRect/>
          </a:stretch>
        </p:blipFill>
        <p:spPr>
          <a:xfrm>
            <a:off x="0" y="-32084"/>
            <a:ext cx="12192000" cy="6890084"/>
          </a:xfrm>
          <a:custGeom>
            <a:avLst/>
            <a:gdLst>
              <a:gd name="connsiteX0" fmla="*/ 519353 w 12136076"/>
              <a:gd name="connsiteY0" fmla="*/ 0 h 6890084"/>
              <a:gd name="connsiteX1" fmla="*/ 12018560 w 12136076"/>
              <a:gd name="connsiteY1" fmla="*/ 6650850 h 6890084"/>
              <a:gd name="connsiteX2" fmla="*/ 12136076 w 12136076"/>
              <a:gd name="connsiteY2" fmla="*/ 6890084 h 6890084"/>
              <a:gd name="connsiteX3" fmla="*/ 0 w 12136076"/>
              <a:gd name="connsiteY3" fmla="*/ 6890084 h 6890084"/>
              <a:gd name="connsiteX4" fmla="*/ 0 w 12136076"/>
              <a:gd name="connsiteY4" fmla="*/ 10483 h 6890084"/>
              <a:gd name="connsiteX5" fmla="*/ 190084 w 12136076"/>
              <a:gd name="connsiteY5" fmla="*/ 3835 h 6890084"/>
              <a:gd name="connsiteX6" fmla="*/ 519353 w 12136076"/>
              <a:gd name="connsiteY6" fmla="*/ 0 h 6890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36076" h="6890084">
                <a:moveTo>
                  <a:pt x="519353" y="0"/>
                </a:moveTo>
                <a:cubicBezTo>
                  <a:pt x="5583386" y="0"/>
                  <a:pt x="9958264" y="2715605"/>
                  <a:pt x="12018560" y="6650850"/>
                </a:cubicBezTo>
                <a:lnTo>
                  <a:pt x="12136076" y="6890084"/>
                </a:lnTo>
                <a:lnTo>
                  <a:pt x="0" y="6890084"/>
                </a:lnTo>
                <a:lnTo>
                  <a:pt x="0" y="10483"/>
                </a:lnTo>
                <a:lnTo>
                  <a:pt x="190084" y="3835"/>
                </a:lnTo>
                <a:cubicBezTo>
                  <a:pt x="299503" y="1284"/>
                  <a:pt x="409265" y="0"/>
                  <a:pt x="519353" y="0"/>
                </a:cubicBezTo>
                <a:close/>
              </a:path>
            </a:pathLst>
          </a:custGeom>
        </p:spPr>
      </p:pic>
      <p:sp>
        <p:nvSpPr>
          <p:cNvPr id="4" name="任意多边形 7"/>
          <p:cNvSpPr/>
          <p:nvPr/>
        </p:nvSpPr>
        <p:spPr>
          <a:xfrm>
            <a:off x="0" y="-32084"/>
            <a:ext cx="12192000" cy="6890083"/>
          </a:xfrm>
          <a:custGeom>
            <a:avLst/>
            <a:gdLst>
              <a:gd name="connsiteX0" fmla="*/ 0 w 12192000"/>
              <a:gd name="connsiteY0" fmla="*/ 0 h 6890083"/>
              <a:gd name="connsiteX1" fmla="*/ 2658106 w 12192000"/>
              <a:gd name="connsiteY1" fmla="*/ 0 h 6890083"/>
              <a:gd name="connsiteX2" fmla="*/ 2901210 w 12192000"/>
              <a:gd name="connsiteY2" fmla="*/ 37266 h 6890083"/>
              <a:gd name="connsiteX3" fmla="*/ 11998859 w 12192000"/>
              <a:gd name="connsiteY3" fmla="*/ 6271463 h 6890083"/>
              <a:gd name="connsiteX4" fmla="*/ 12192000 w 12192000"/>
              <a:gd name="connsiteY4" fmla="*/ 6628087 h 6890083"/>
              <a:gd name="connsiteX5" fmla="*/ 12192000 w 12192000"/>
              <a:gd name="connsiteY5" fmla="*/ 6890083 h 6890083"/>
              <a:gd name="connsiteX6" fmla="*/ 0 w 12192000"/>
              <a:gd name="connsiteY6" fmla="*/ 6890083 h 689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90083">
                <a:moveTo>
                  <a:pt x="0" y="0"/>
                </a:moveTo>
                <a:lnTo>
                  <a:pt x="2658106" y="0"/>
                </a:lnTo>
                <a:lnTo>
                  <a:pt x="2901210" y="37266"/>
                </a:lnTo>
                <a:cubicBezTo>
                  <a:pt x="6858720" y="712464"/>
                  <a:pt x="10185617" y="3064224"/>
                  <a:pt x="11998859" y="6271463"/>
                </a:cubicBezTo>
                <a:lnTo>
                  <a:pt x="12192000" y="6628087"/>
                </a:lnTo>
                <a:lnTo>
                  <a:pt x="12192000" y="6890083"/>
                </a:lnTo>
                <a:lnTo>
                  <a:pt x="0" y="6890083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tint val="66000"/>
                  <a:satMod val="160000"/>
                  <a:alpha val="40000"/>
                </a:schemeClr>
              </a:gs>
              <a:gs pos="100000">
                <a:schemeClr val="accent5">
                  <a:tint val="23500"/>
                  <a:satMod val="160000"/>
                  <a:alpha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8" name="Part One"/>
          <p:cNvSpPr txBox="1"/>
          <p:nvPr/>
        </p:nvSpPr>
        <p:spPr>
          <a:xfrm>
            <a:off x="978326" y="1950303"/>
            <a:ext cx="2412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 01</a:t>
            </a:r>
            <a:endParaRPr lang="en-US" altLang="zh-CN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9" name="点缀线段"/>
          <p:cNvCxnSpPr/>
          <p:nvPr/>
        </p:nvCxnSpPr>
        <p:spPr>
          <a:xfrm>
            <a:off x="1079926" y="2781300"/>
            <a:ext cx="210142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基础扎实"/>
          <p:cNvSpPr txBox="1"/>
          <p:nvPr/>
        </p:nvSpPr>
        <p:spPr>
          <a:xfrm>
            <a:off x="978326" y="2974059"/>
            <a:ext cx="4432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7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规格严格</a:t>
            </a:r>
            <a:endParaRPr lang="zh-CN" altLang="en-US" sz="7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81" b="6250"/>
          <a:stretch>
            <a:fillRect/>
          </a:stretch>
        </p:blipFill>
        <p:spPr>
          <a:xfrm>
            <a:off x="-1" y="0"/>
            <a:ext cx="4343401" cy="6858000"/>
          </a:xfrm>
          <a:prstGeom prst="rect">
            <a:avLst/>
          </a:prstGeom>
        </p:spPr>
      </p:pic>
      <p:sp>
        <p:nvSpPr>
          <p:cNvPr id="2" name="背景色块"/>
          <p:cNvSpPr/>
          <p:nvPr/>
        </p:nvSpPr>
        <p:spPr>
          <a:xfrm>
            <a:off x="0" y="2078195"/>
            <a:ext cx="12192000" cy="2701611"/>
          </a:xfrm>
          <a:prstGeom prst="rect">
            <a:avLst/>
          </a:prstGeom>
          <a:solidFill>
            <a:schemeClr val="accent1"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Part One"/>
          <p:cNvSpPr txBox="1"/>
          <p:nvPr/>
        </p:nvSpPr>
        <p:spPr>
          <a:xfrm>
            <a:off x="6119211" y="2329578"/>
            <a:ext cx="2114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28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第一部分</a:t>
            </a:r>
            <a:endParaRPr lang="en-US" altLang="zh-CN" sz="28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" name="点缀线段"/>
          <p:cNvCxnSpPr/>
          <p:nvPr/>
        </p:nvCxnSpPr>
        <p:spPr>
          <a:xfrm>
            <a:off x="6220811" y="2891611"/>
            <a:ext cx="187543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基础扎实"/>
          <p:cNvSpPr txBox="1"/>
          <p:nvPr/>
        </p:nvSpPr>
        <p:spPr>
          <a:xfrm>
            <a:off x="6096000" y="3140596"/>
            <a:ext cx="3467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5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规格严格</a:t>
            </a:r>
            <a:endParaRPr lang="zh-CN" altLang="en-US" sz="5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2" r="16742"/>
          <a:stretch>
            <a:fillRect/>
          </a:stretch>
        </p:blipFill>
        <p:spPr>
          <a:xfrm>
            <a:off x="1047750" y="1838325"/>
            <a:ext cx="3181350" cy="3181350"/>
          </a:xfrm>
          <a:prstGeom prst="ellipse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Part One"/>
          <p:cNvSpPr txBox="1"/>
          <p:nvPr/>
        </p:nvSpPr>
        <p:spPr>
          <a:xfrm>
            <a:off x="5264576" y="2310529"/>
            <a:ext cx="2412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 01</a:t>
            </a:r>
            <a:endParaRPr lang="en-US" altLang="zh-CN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" name="点缀线段"/>
          <p:cNvCxnSpPr/>
          <p:nvPr/>
        </p:nvCxnSpPr>
        <p:spPr>
          <a:xfrm>
            <a:off x="5366176" y="3141526"/>
            <a:ext cx="210142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基础扎实"/>
          <p:cNvSpPr txBox="1"/>
          <p:nvPr/>
        </p:nvSpPr>
        <p:spPr>
          <a:xfrm>
            <a:off x="5264576" y="3334285"/>
            <a:ext cx="4432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7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规格严格</a:t>
            </a:r>
            <a:endParaRPr lang="zh-CN" altLang="en-US" sz="7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45773"/>
            <a:ext cx="12192000" cy="848139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192000" cy="848139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5400000" scaled="1"/>
            <a:tileRect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11" name="矩形 10"/>
          <p:cNvSpPr/>
          <p:nvPr/>
        </p:nvSpPr>
        <p:spPr>
          <a:xfrm flipV="1">
            <a:off x="0" y="6652592"/>
            <a:ext cx="12192000" cy="205408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5400000" scaled="1"/>
            <a:tileRect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50" y="1838325"/>
            <a:ext cx="3181350" cy="3181350"/>
          </a:xfrm>
          <a:prstGeom prst="ellipse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Part One"/>
          <p:cNvSpPr txBox="1"/>
          <p:nvPr/>
        </p:nvSpPr>
        <p:spPr>
          <a:xfrm>
            <a:off x="5264576" y="2310529"/>
            <a:ext cx="24125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Part 01</a:t>
            </a:r>
            <a:endParaRPr lang="en-US" altLang="zh-CN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" name="点缀线段"/>
          <p:cNvCxnSpPr/>
          <p:nvPr/>
        </p:nvCxnSpPr>
        <p:spPr>
          <a:xfrm>
            <a:off x="5366176" y="3141526"/>
            <a:ext cx="2101424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基础扎实"/>
          <p:cNvSpPr txBox="1"/>
          <p:nvPr/>
        </p:nvSpPr>
        <p:spPr>
          <a:xfrm>
            <a:off x="5264576" y="3334285"/>
            <a:ext cx="4432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7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规格严格</a:t>
            </a:r>
            <a:endParaRPr lang="zh-CN" altLang="en-US" sz="7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45773"/>
            <a:ext cx="12192000" cy="848139"/>
          </a:xfrm>
          <a:prstGeom prst="rect">
            <a:avLst/>
          </a:pr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2192000" cy="848139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5400000" scaled="1"/>
            <a:tileRect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11" name="矩形 10"/>
          <p:cNvSpPr/>
          <p:nvPr/>
        </p:nvSpPr>
        <p:spPr>
          <a:xfrm flipV="1">
            <a:off x="0" y="6652592"/>
            <a:ext cx="12192000" cy="205408"/>
          </a:xfrm>
          <a:prstGeom prst="rect">
            <a:avLst/>
          </a:pr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5400000" scaled="1"/>
            <a:tileRect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2"/>
          <p:cNvSpPr/>
          <p:nvPr/>
        </p:nvSpPr>
        <p:spPr>
          <a:xfrm>
            <a:off x="1" y="477702"/>
            <a:ext cx="457201" cy="5902598"/>
          </a:xfrm>
          <a:custGeom>
            <a:avLst/>
            <a:gdLst>
              <a:gd name="connsiteX0" fmla="*/ 0 w 457201"/>
              <a:gd name="connsiteY0" fmla="*/ 0 h 5902598"/>
              <a:gd name="connsiteX1" fmla="*/ 28878 w 457201"/>
              <a:gd name="connsiteY1" fmla="*/ 37166 h 5902598"/>
              <a:gd name="connsiteX2" fmla="*/ 457201 w 457201"/>
              <a:gd name="connsiteY2" fmla="*/ 2951299 h 5902598"/>
              <a:gd name="connsiteX3" fmla="*/ 28878 w 457201"/>
              <a:gd name="connsiteY3" fmla="*/ 5865432 h 5902598"/>
              <a:gd name="connsiteX4" fmla="*/ 0 w 457201"/>
              <a:gd name="connsiteY4" fmla="*/ 5902598 h 5902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1" h="5902598">
                <a:moveTo>
                  <a:pt x="0" y="0"/>
                </a:moveTo>
                <a:lnTo>
                  <a:pt x="28878" y="37166"/>
                </a:lnTo>
                <a:cubicBezTo>
                  <a:pt x="277027" y="423498"/>
                  <a:pt x="457201" y="1582079"/>
                  <a:pt x="457201" y="2951299"/>
                </a:cubicBezTo>
                <a:cubicBezTo>
                  <a:pt x="457201" y="4320519"/>
                  <a:pt x="277027" y="5479101"/>
                  <a:pt x="28878" y="5865432"/>
                </a:cubicBezTo>
                <a:lnTo>
                  <a:pt x="0" y="5902598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3" name="任意多边形 11"/>
          <p:cNvSpPr/>
          <p:nvPr/>
        </p:nvSpPr>
        <p:spPr>
          <a:xfrm>
            <a:off x="1" y="636478"/>
            <a:ext cx="364435" cy="5585047"/>
          </a:xfrm>
          <a:custGeom>
            <a:avLst/>
            <a:gdLst>
              <a:gd name="connsiteX0" fmla="*/ 0 w 364435"/>
              <a:gd name="connsiteY0" fmla="*/ 0 h 5585047"/>
              <a:gd name="connsiteX1" fmla="*/ 45407 w 364435"/>
              <a:gd name="connsiteY1" fmla="*/ 109486 h 5585047"/>
              <a:gd name="connsiteX2" fmla="*/ 364435 w 364435"/>
              <a:gd name="connsiteY2" fmla="*/ 2792523 h 5585047"/>
              <a:gd name="connsiteX3" fmla="*/ 45407 w 364435"/>
              <a:gd name="connsiteY3" fmla="*/ 5475560 h 5585047"/>
              <a:gd name="connsiteX4" fmla="*/ 0 w 364435"/>
              <a:gd name="connsiteY4" fmla="*/ 5585047 h 5585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435" h="5585047">
                <a:moveTo>
                  <a:pt x="0" y="0"/>
                </a:moveTo>
                <a:lnTo>
                  <a:pt x="45407" y="109486"/>
                </a:lnTo>
                <a:cubicBezTo>
                  <a:pt x="235435" y="626194"/>
                  <a:pt x="364435" y="1633952"/>
                  <a:pt x="364435" y="2792523"/>
                </a:cubicBezTo>
                <a:cubicBezTo>
                  <a:pt x="364435" y="3951094"/>
                  <a:pt x="235435" y="4958853"/>
                  <a:pt x="45407" y="5475560"/>
                </a:cubicBezTo>
                <a:lnTo>
                  <a:pt x="0" y="5585047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5400000" scaled="1"/>
            <a:tileRect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4" name="任意多边形 17"/>
          <p:cNvSpPr/>
          <p:nvPr/>
        </p:nvSpPr>
        <p:spPr>
          <a:xfrm flipH="1">
            <a:off x="11734799" y="477702"/>
            <a:ext cx="457201" cy="5902598"/>
          </a:xfrm>
          <a:custGeom>
            <a:avLst/>
            <a:gdLst>
              <a:gd name="connsiteX0" fmla="*/ 0 w 457201"/>
              <a:gd name="connsiteY0" fmla="*/ 0 h 5902598"/>
              <a:gd name="connsiteX1" fmla="*/ 28878 w 457201"/>
              <a:gd name="connsiteY1" fmla="*/ 37166 h 5902598"/>
              <a:gd name="connsiteX2" fmla="*/ 457201 w 457201"/>
              <a:gd name="connsiteY2" fmla="*/ 2951299 h 5902598"/>
              <a:gd name="connsiteX3" fmla="*/ 28878 w 457201"/>
              <a:gd name="connsiteY3" fmla="*/ 5865432 h 5902598"/>
              <a:gd name="connsiteX4" fmla="*/ 0 w 457201"/>
              <a:gd name="connsiteY4" fmla="*/ 5902598 h 5902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1" h="5902598">
                <a:moveTo>
                  <a:pt x="0" y="0"/>
                </a:moveTo>
                <a:lnTo>
                  <a:pt x="28878" y="37166"/>
                </a:lnTo>
                <a:cubicBezTo>
                  <a:pt x="277027" y="423498"/>
                  <a:pt x="457201" y="1582079"/>
                  <a:pt x="457201" y="2951299"/>
                </a:cubicBezTo>
                <a:cubicBezTo>
                  <a:pt x="457201" y="4320519"/>
                  <a:pt x="277027" y="5479101"/>
                  <a:pt x="28878" y="5865432"/>
                </a:cubicBezTo>
                <a:lnTo>
                  <a:pt x="0" y="5902598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5" name="任意多边形 18"/>
          <p:cNvSpPr/>
          <p:nvPr/>
        </p:nvSpPr>
        <p:spPr>
          <a:xfrm flipH="1">
            <a:off x="11827565" y="636478"/>
            <a:ext cx="364435" cy="5585047"/>
          </a:xfrm>
          <a:custGeom>
            <a:avLst/>
            <a:gdLst>
              <a:gd name="connsiteX0" fmla="*/ 0 w 364435"/>
              <a:gd name="connsiteY0" fmla="*/ 0 h 5585047"/>
              <a:gd name="connsiteX1" fmla="*/ 45407 w 364435"/>
              <a:gd name="connsiteY1" fmla="*/ 109486 h 5585047"/>
              <a:gd name="connsiteX2" fmla="*/ 364435 w 364435"/>
              <a:gd name="connsiteY2" fmla="*/ 2792523 h 5585047"/>
              <a:gd name="connsiteX3" fmla="*/ 45407 w 364435"/>
              <a:gd name="connsiteY3" fmla="*/ 5475560 h 5585047"/>
              <a:gd name="connsiteX4" fmla="*/ 0 w 364435"/>
              <a:gd name="connsiteY4" fmla="*/ 5585047 h 5585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435" h="5585047">
                <a:moveTo>
                  <a:pt x="0" y="0"/>
                </a:moveTo>
                <a:lnTo>
                  <a:pt x="45407" y="109486"/>
                </a:lnTo>
                <a:cubicBezTo>
                  <a:pt x="235435" y="626194"/>
                  <a:pt x="364435" y="1633952"/>
                  <a:pt x="364435" y="2792523"/>
                </a:cubicBezTo>
                <a:cubicBezTo>
                  <a:pt x="364435" y="3951094"/>
                  <a:pt x="235435" y="4958853"/>
                  <a:pt x="45407" y="5475560"/>
                </a:cubicBezTo>
                <a:lnTo>
                  <a:pt x="0" y="5585047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5400000" scaled="1"/>
            <a:tileRect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6" name="Part One"/>
          <p:cNvSpPr txBox="1"/>
          <p:nvPr/>
        </p:nvSpPr>
        <p:spPr>
          <a:xfrm>
            <a:off x="4468732" y="2043829"/>
            <a:ext cx="32545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0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第一部分</a:t>
            </a:r>
            <a:endParaRPr lang="en-US" altLang="zh-CN" sz="40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" name="点缀线段"/>
          <p:cNvCxnSpPr/>
          <p:nvPr/>
        </p:nvCxnSpPr>
        <p:spPr>
          <a:xfrm>
            <a:off x="4570332" y="2771539"/>
            <a:ext cx="3026979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基础扎实"/>
          <p:cNvSpPr txBox="1"/>
          <p:nvPr/>
        </p:nvSpPr>
        <p:spPr>
          <a:xfrm>
            <a:off x="3895845" y="3067585"/>
            <a:ext cx="4432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7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规格严格</a:t>
            </a:r>
            <a:endParaRPr lang="zh-CN" altLang="en-US" sz="72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背景色块 1"/>
          <p:cNvSpPr/>
          <p:nvPr/>
        </p:nvSpPr>
        <p:spPr>
          <a:xfrm>
            <a:off x="334962" y="395288"/>
            <a:ext cx="11522076" cy="6067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背景色块 2"/>
          <p:cNvSpPr/>
          <p:nvPr/>
        </p:nvSpPr>
        <p:spPr>
          <a:xfrm>
            <a:off x="687532" y="696191"/>
            <a:ext cx="10816936" cy="546561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921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zh-CN" altLang="en-US" kern="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敬请各位批评指正"/>
          <p:cNvSpPr txBox="1"/>
          <p:nvPr/>
        </p:nvSpPr>
        <p:spPr>
          <a:xfrm>
            <a:off x="2351314" y="4484793"/>
            <a:ext cx="748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敬请各位批评指正</a:t>
            </a:r>
            <a:endParaRPr lang="zh-CN" altLang="en-US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6" name="点缀线段"/>
          <p:cNvCxnSpPr/>
          <p:nvPr/>
        </p:nvCxnSpPr>
        <p:spPr>
          <a:xfrm>
            <a:off x="2399702" y="5371977"/>
            <a:ext cx="7392596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HANK YOU FOR WATCHING"/>
          <p:cNvSpPr txBox="1"/>
          <p:nvPr/>
        </p:nvSpPr>
        <p:spPr>
          <a:xfrm>
            <a:off x="2351314" y="5407061"/>
            <a:ext cx="7489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THANK YOU FOR WATCHING</a:t>
            </a:r>
            <a:endParaRPr lang="en-US" altLang="zh-CN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合作QQ： 243001978"/>
          <p:cNvSpPr/>
          <p:nvPr/>
        </p:nvSpPr>
        <p:spPr>
          <a:xfrm>
            <a:off x="9737482" y="6488668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合作</a:t>
            </a:r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QQ</a:t>
            </a:r>
            <a:r>
              <a:rPr lang="zh-CN" altLang="en-US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： </a:t>
            </a:r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243001978</a:t>
            </a: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6" b="4193"/>
          <a:stretch>
            <a:fillRect/>
          </a:stretch>
        </p:blipFill>
        <p:spPr>
          <a:xfrm>
            <a:off x="2427110" y="1192615"/>
            <a:ext cx="7337780" cy="306245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5"/>
          <p:cNvSpPr/>
          <p:nvPr/>
        </p:nvSpPr>
        <p:spPr>
          <a:xfrm>
            <a:off x="-2" y="4108174"/>
            <a:ext cx="12192001" cy="2749826"/>
          </a:xfrm>
          <a:custGeom>
            <a:avLst/>
            <a:gdLst>
              <a:gd name="connsiteX0" fmla="*/ 9144000 w 9144000"/>
              <a:gd name="connsiteY0" fmla="*/ 0 h 2940271"/>
              <a:gd name="connsiteX1" fmla="*/ 9144000 w 9144000"/>
              <a:gd name="connsiteY1" fmla="*/ 2940271 h 2940271"/>
              <a:gd name="connsiteX2" fmla="*/ 0 w 9144000"/>
              <a:gd name="connsiteY2" fmla="*/ 2940271 h 2940271"/>
              <a:gd name="connsiteX3" fmla="*/ 0 w 9144000"/>
              <a:gd name="connsiteY3" fmla="*/ 1776897 h 2940271"/>
              <a:gd name="connsiteX4" fmla="*/ 341417 w 9144000"/>
              <a:gd name="connsiteY4" fmla="*/ 1805059 h 2940271"/>
              <a:gd name="connsiteX5" fmla="*/ 699471 w 9144000"/>
              <a:gd name="connsiteY5" fmla="*/ 1823782 h 2940271"/>
              <a:gd name="connsiteX6" fmla="*/ 8353309 w 9144000"/>
              <a:gd name="connsiteY6" fmla="*/ 339093 h 2940271"/>
              <a:gd name="connsiteX7" fmla="*/ 8994734 w 9144000"/>
              <a:gd name="connsiteY7" fmla="*/ 68839 h 294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2940271">
                <a:moveTo>
                  <a:pt x="9144000" y="0"/>
                </a:moveTo>
                <a:lnTo>
                  <a:pt x="9144000" y="2940271"/>
                </a:lnTo>
                <a:lnTo>
                  <a:pt x="0" y="2940271"/>
                </a:lnTo>
                <a:lnTo>
                  <a:pt x="0" y="1776897"/>
                </a:lnTo>
                <a:lnTo>
                  <a:pt x="341417" y="1805059"/>
                </a:lnTo>
                <a:cubicBezTo>
                  <a:pt x="458459" y="1812924"/>
                  <a:pt x="577815" y="1819178"/>
                  <a:pt x="699471" y="1823782"/>
                </a:cubicBezTo>
                <a:cubicBezTo>
                  <a:pt x="3004627" y="1911016"/>
                  <a:pt x="5785913" y="1371503"/>
                  <a:pt x="8353309" y="339093"/>
                </a:cubicBezTo>
                <a:cubicBezTo>
                  <a:pt x="8570656" y="251693"/>
                  <a:pt x="8784561" y="161536"/>
                  <a:pt x="8994734" y="688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tint val="66000"/>
                  <a:satMod val="160000"/>
                </a:schemeClr>
              </a:gs>
              <a:gs pos="50000">
                <a:schemeClr val="accent5">
                  <a:tint val="44500"/>
                  <a:satMod val="160000"/>
                </a:schemeClr>
              </a:gs>
              <a:gs pos="100000">
                <a:schemeClr val="accent5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/>
          </a:p>
        </p:txBody>
      </p:sp>
      <p:sp>
        <p:nvSpPr>
          <p:cNvPr id="5" name="任意多边形 10"/>
          <p:cNvSpPr/>
          <p:nvPr/>
        </p:nvSpPr>
        <p:spPr>
          <a:xfrm>
            <a:off x="-2" y="4280452"/>
            <a:ext cx="12192001" cy="2604909"/>
          </a:xfrm>
          <a:custGeom>
            <a:avLst/>
            <a:gdLst>
              <a:gd name="connsiteX0" fmla="*/ 9144000 w 9144000"/>
              <a:gd name="connsiteY0" fmla="*/ 0 h 2940271"/>
              <a:gd name="connsiteX1" fmla="*/ 9144000 w 9144000"/>
              <a:gd name="connsiteY1" fmla="*/ 2940271 h 2940271"/>
              <a:gd name="connsiteX2" fmla="*/ 0 w 9144000"/>
              <a:gd name="connsiteY2" fmla="*/ 2940271 h 2940271"/>
              <a:gd name="connsiteX3" fmla="*/ 0 w 9144000"/>
              <a:gd name="connsiteY3" fmla="*/ 1776897 h 2940271"/>
              <a:gd name="connsiteX4" fmla="*/ 341417 w 9144000"/>
              <a:gd name="connsiteY4" fmla="*/ 1805059 h 2940271"/>
              <a:gd name="connsiteX5" fmla="*/ 699471 w 9144000"/>
              <a:gd name="connsiteY5" fmla="*/ 1823782 h 2940271"/>
              <a:gd name="connsiteX6" fmla="*/ 8353309 w 9144000"/>
              <a:gd name="connsiteY6" fmla="*/ 339093 h 2940271"/>
              <a:gd name="connsiteX7" fmla="*/ 8994734 w 9144000"/>
              <a:gd name="connsiteY7" fmla="*/ 68839 h 294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2940271">
                <a:moveTo>
                  <a:pt x="9144000" y="0"/>
                </a:moveTo>
                <a:lnTo>
                  <a:pt x="9144000" y="2940271"/>
                </a:lnTo>
                <a:lnTo>
                  <a:pt x="0" y="2940271"/>
                </a:lnTo>
                <a:lnTo>
                  <a:pt x="0" y="1776897"/>
                </a:lnTo>
                <a:lnTo>
                  <a:pt x="341417" y="1805059"/>
                </a:lnTo>
                <a:cubicBezTo>
                  <a:pt x="458459" y="1812924"/>
                  <a:pt x="577815" y="1819178"/>
                  <a:pt x="699471" y="1823782"/>
                </a:cubicBezTo>
                <a:cubicBezTo>
                  <a:pt x="3004627" y="1911016"/>
                  <a:pt x="5785913" y="1371503"/>
                  <a:pt x="8353309" y="339093"/>
                </a:cubicBezTo>
                <a:cubicBezTo>
                  <a:pt x="8570656" y="251693"/>
                  <a:pt x="8784561" y="161536"/>
                  <a:pt x="8994734" y="6883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5">
                  <a:shade val="30000"/>
                  <a:satMod val="115000"/>
                </a:schemeClr>
              </a:gs>
              <a:gs pos="50000">
                <a:schemeClr val="accent5">
                  <a:shade val="67500"/>
                  <a:satMod val="115000"/>
                </a:schemeClr>
              </a:gs>
              <a:gs pos="100000">
                <a:schemeClr val="accent5">
                  <a:shade val="100000"/>
                  <a:satMod val="115000"/>
                </a:schemeClr>
              </a:gs>
            </a:gsLst>
            <a:lin ang="5400000" scaled="1"/>
            <a:tileRect/>
          </a:gra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2285" dirty="0"/>
          </a:p>
        </p:txBody>
      </p:sp>
      <p:sp>
        <p:nvSpPr>
          <p:cNvPr id="6" name="敬请各位批评指正"/>
          <p:cNvSpPr txBox="1"/>
          <p:nvPr/>
        </p:nvSpPr>
        <p:spPr>
          <a:xfrm>
            <a:off x="2351314" y="2193137"/>
            <a:ext cx="74893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zh-CN" altLang="en-US" sz="48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敬请各位批评指正</a:t>
            </a:r>
            <a:endParaRPr lang="zh-CN" altLang="en-US" sz="48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" name="点缀线段"/>
          <p:cNvCxnSpPr/>
          <p:nvPr/>
        </p:nvCxnSpPr>
        <p:spPr>
          <a:xfrm>
            <a:off x="2399702" y="3080321"/>
            <a:ext cx="7392596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HANK YOU FOR WATCHING"/>
          <p:cNvSpPr txBox="1"/>
          <p:nvPr/>
        </p:nvSpPr>
        <p:spPr>
          <a:xfrm>
            <a:off x="2351314" y="3115405"/>
            <a:ext cx="7489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/>
            <a:r>
              <a:rPr lang="en-US" altLang="zh-CN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THANK YOU FOR WATCHING</a:t>
            </a:r>
            <a:endParaRPr lang="en-US" altLang="zh-CN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1" cy="6898001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" y="968690"/>
            <a:ext cx="12175503" cy="5929312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5702300"/>
            <a:ext cx="12192001" cy="1195701"/>
          </a:xfrm>
          <a:prstGeom prst="rect">
            <a:avLst/>
          </a:prstGeom>
          <a:solidFill>
            <a:srgbClr val="2F5597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8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42" y="247544"/>
            <a:ext cx="11034716" cy="243861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257300" y="5884651"/>
            <a:ext cx="96202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dist"/>
            <a:r>
              <a:rPr lang="zh-CN" altLang="en-US" sz="4800" dirty="0">
                <a:solidFill>
                  <a:prstClr val="white"/>
                </a:solidFill>
              </a:rPr>
              <a:t>敬请各位批评指正</a:t>
            </a:r>
            <a:endParaRPr lang="zh-CN" altLang="en-US" sz="480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哈工大视觉规范手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299"/>
      </a:accent1>
      <a:accent2>
        <a:srgbClr val="C4181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方正正大黑简体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微软雅黑">
      <a:majorFont>
        <a:latin typeface="微软雅黑"/>
        <a:ea typeface="方正正大黑简体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909</Words>
  <Application>WPS 演示</Application>
  <PresentationFormat>宽屏</PresentationFormat>
  <Paragraphs>199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Microsoft Himalaya</vt:lpstr>
      <vt:lpstr>Arial Unicode MS</vt:lpstr>
      <vt:lpstr>方正正大黑简体</vt:lpstr>
      <vt:lpstr>黑体</vt:lpstr>
      <vt:lpstr>Calibri</vt:lpstr>
      <vt:lpstr>Calibri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金程</dc:creator>
  <cp:lastModifiedBy>mrlvi</cp:lastModifiedBy>
  <cp:revision>31</cp:revision>
  <dcterms:created xsi:type="dcterms:W3CDTF">2017-11-30T01:53:00Z</dcterms:created>
  <dcterms:modified xsi:type="dcterms:W3CDTF">2018-11-10T11:54:05Z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2052-10.1.0.7668</vt:lpwstr>
  </property>
  <property fmtid="{D5CDD505-2E9C-101B-9397-08002B2CF9AE}" pid="3" name="KSORubyTemplateID">
    <vt:lpwstr>13</vt:lpwstr>
  </property>
</Properties>
</file>